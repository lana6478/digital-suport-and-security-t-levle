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specification links static build-up to humidity, so check the room's conditions as part of the risk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Health, Safety and ESD in Digital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2.4, 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ESD in Digital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to prevent electrostatic discharge damage.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the risk management process to ESD.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health and safety legislation that applies to infrastructure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feel a small shock when you touch a door handle. What would that same shock do to a stick of RAM?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Preventing electrostatic discharge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ESD in Digital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Limit movement while handling components.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Check temperature and humidity in the work area.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Use anti-static equipment:</a:t>
            </a:r>
            <a:r>
              <a:rPr sz="2400" b="0">
                <a:solidFill>
                  <a:srgbClr val="202122"/>
                </a:solidFill>
                <a:latin typeface="Calibri"/>
              </a:rPr>
              <a:t> wrist straps, mats and bags.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Handle components by the edges and keep them in anti-static bags until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ESD damage is often invisible. A component can seem fine and fail weeks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 managing ESD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ESD in Digital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Risks and their effect on people and kit.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Assess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Calculate probability and impact.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Prioritise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Rank the risks.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Protect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Apply ESD protection.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Write up findings; comply with H&amp;S law.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Health and safety legislation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ESD in Digital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5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193"/>
                <a:gridCol w="5934222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Legislation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 in infrastructure work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Health and Safety at Work etc. Act 1974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PPE and the employer's duty of care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Manual Handling Operations Regulations 1992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Moving servers and network kit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Health and Safety (DSE) Regulations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Screen time and workstation setup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COSHH Regulations 2002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Chemicals, e.g. printer toner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Control of Major Accident Hazards Regulations 2015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e.g. earthing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WEEE Directive 2013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Disposing of hardware and network components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ESD in Digital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pieces of anti-static equipment.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is ESD damage dangerous even if nothing seems wrong?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regulations cover chemicals such as toner?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law covers disposing of old switches?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ESD in Digital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pieces of anti-static equipment.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wrist strap, mat, anti-static bag.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is ESD damage dangerous even if nothing seems wrong?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Components can be weakened and fail later.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regulations cover chemicals such as toner?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COSHH Regulations 2002.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law covers disposing of old switches?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WEEE Directive 2013.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ESD risk assessment and RAM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Health, Safety and ESD in Digital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Complete an ESD risk assessment for upgrading RAM in a lab PC.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Set up the anti-static workstation.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Remove and replace the RAM following your assessment.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the outcome and any issues.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Risk assessment completed before starting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Wrist strap used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PC boots and detects the 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environmental factor that affects static.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Act sets out the employer's duty of care?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should you do before opening a PC case?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Health, Safety and ESD in Digital Infrastructure</dc:title>
  <dc:subject>Digital Support and Security T Level: Digital Infrastructure Content Area 2</dc:subject>
  <dc:creator>Samuel O'Connell</dc:creator>
  <cp:keywords>T Level; Digital Support and Security; lesson slides; 2.4, 2.5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