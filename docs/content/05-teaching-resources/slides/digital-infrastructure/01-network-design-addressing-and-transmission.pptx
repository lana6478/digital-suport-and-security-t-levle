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QoS (Quality of Service) guarantees a level of service for important traffic such as VoIP.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Spreads traffic across several servers.</a:t>
            </a:r>
          </a:p>
          <a:p>
            <a:r>
              <a:t>2. A secondary system automatically taking over if the primary fails.</a:t>
            </a:r>
          </a:p>
          <a:p>
            <a:r>
              <a:t>3. To guarantee bandwidth for important traffic such as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Any two: EMI, static, crosstalk.</a:t>
            </a:r>
          </a:p>
          <a:p>
            <a:r>
              <a:t>2. BS EN 50174.</a:t>
            </a:r>
          </a:p>
          <a:p>
            <a:r>
              <a:t>3. 802.11ax.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Practise: how many hosts does a /26 give? (2 to the power 6, minus 2 = 62).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1. 32.</a:t>
            </a:r>
          </a:p>
          <a:p>
            <a:r>
              <a:t>2. 254.</a:t>
            </a:r>
          </a:p>
          <a:p>
            <a:r>
              <a:t>3. IPv4 addresses have run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 Design, Addressing and Transmission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resilience principles: high availability, clustering, load balancing and segmentation.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Quality of Service and convert between number systems for addressing.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copper, fibre and wireless transmission and their risks.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IPv4 subnetting and IPv6 address types.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company's single web server crashes every Black Friday. Suggest two ways to keep the website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Designing for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 resilient network keeps working when a part fails or demand spikes.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High availability pairs a primary system with a secondary that takes over automatically if the primary fails.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Clustering makes several servers act as one: if one fails the others carry on, and more can be added as demand grows.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Load balancing spreads incoming traffic across several servers so none is overwhelmed.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Segmentation splits the network, systems and data so a problem in one part stays there.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Quality of Service (QoS) guarantees bandwidth for important traffic, such as voice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online shop runs three web servers behind a load balancer. On Black Friday traffic is shared out, and when one server crashes customers don't notice.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Designing for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High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Primary and secondary systems, so one can take 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Several servers act as one: redundancy and scalability.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Load 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Spreads traffic across servers.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Splits networks, systems and data to limit the impact of a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Designing for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load balancer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high availability?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QoS?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Number systems for 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1290048"/>
                <a:gridCol w="3354125"/>
                <a:gridCol w="4386164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 (decimal 255)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11111111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Subnet masks and IP calculations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Decimal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Dotted decimal IPv4 addresses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Hexadecimal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IPv6 addresses and MAC addresses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Octal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Linux file permissions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Transmission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Data travels as electrical signals on copper, light pulses in fibre, or radio waves over wireless.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Copper can pick up interference:</a:t>
            </a:r>
            <a:r>
              <a:rPr sz="2000" b="0">
                <a:solidFill>
                  <a:srgbClr val="202122"/>
                </a:solidFill>
                <a:latin typeface="Calibri"/>
              </a:rPr>
              <a:t> electromagnetic interference from power cables and motors, static, and crosstalk between neighbouring pairs. BS EN 50174 sets how far data cabling must be kept from power cabling, or requires shielding.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All media carry security risks:</a:t>
            </a:r>
            <a:r>
              <a:rPr sz="2000" b="0">
                <a:solidFill>
                  <a:srgbClr val="202122"/>
                </a:solidFill>
                <a:latin typeface="Calibri"/>
              </a:rPr>
              <a:t> cables can be tapped and signals lost.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Wireless has evolved through 802.11b, g and n, then Wi-Fi 5 (ac), Wi-Fi 6 and 6E (ax) and Wi-Fi 7 (be). Each generation adds speed and handles more devices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Running a data cable alongside a power cable in the same trunking causes intermittent errors; separating them or using shielded cable fixes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Transmission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Copper and fibre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Copper carries electrical signals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Fibre carries light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1">
                <a:solidFill>
                  <a:srgbClr val="202122"/>
                </a:solidFill>
                <a:latin typeface="Calibri"/>
              </a:rPr>
              <a:t>Risks:</a:t>
            </a:r>
            <a:r>
              <a:rPr sz="2000" b="0">
                <a:solidFill>
                  <a:srgbClr val="202122"/>
                </a:solidFill>
                <a:latin typeface="Calibri"/>
              </a:rPr>
              <a:t> tampering and signal loss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Separate copper from power cables to avoid EMI, static and crosstalk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Use shielding or planned parallel runs (BS EN 50174)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Wireless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802.11b, g and 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Wi-Fi 5 (802.11ac)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Wi-Fi 6 and 6E (802.11ax)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Wi-Fi 7 (802.11be)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Each generation raises speed and capacity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Transmission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sources of interference on copper.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standard covers segregating data and power cabling?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IEEE name for Wi-Fi 6?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IPv4 and IPv6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IPv4 addresses are 32 bits, written as four decimal numbers such as 192.168.1.10. The subnet mask (such as 255.255.255.0, or /24) shows which part is the network and which part identifies the host.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Subnetting splits one network into smaller ones, improving security and reducing broadcast traffic. The number of usable hosts is 2 to the power of the host bits, minus 2 (the network and broadcast addresses).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IPv4 has run out of addresses, so IPv6 uses 128-bit addresses written in hexadecimal. Types include unicast (one device), multicast (a group) and anycast (the nearest of a group).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192.168.10.0/26 leaves 6 host bits: 2 to the power 6 = 64, minus 2 = 62 usable addresses per subnet, giving four subnets from one /24.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IPv4 and IPv6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IPv4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32-bit address, e.g. 192.168.1.10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Subnet mask splits network and host, e.g. /24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Subnetting divides a network into smaller ones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Private ranges, e.g. 10.0.0.0/8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IPv6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128-bit address in hexadecimal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Unicast:</a:t>
            </a:r>
            <a:r>
              <a:rPr sz="2200" b="0">
                <a:solidFill>
                  <a:srgbClr val="202122"/>
                </a:solidFill>
                <a:latin typeface="Calibri"/>
              </a:rPr>
              <a:t> one interface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Multicast:</a:t>
            </a:r>
            <a:r>
              <a:rPr sz="2200" b="0">
                <a:solidFill>
                  <a:srgbClr val="202122"/>
                </a:solidFill>
                <a:latin typeface="Calibri"/>
              </a:rPr>
              <a:t> a group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Anycast: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nearest of a group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Link-local and global addresses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IPv4 and IPv6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many bits in an IPv4 address?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many usable hosts in a /24?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was IPv6 introduced?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load balancing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Convert decimal 255 to binary.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keep data cables away from power cables?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many bits in an IPv6 address?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many usable hosts in a /24 subnet?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load balancing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Spreads traffic across several servers.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Convert decimal 255 to binary.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11111111.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keep data cables away from power cables?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avoid electromagnetic interference.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many bits in an IPv6 address?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128.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many usable hosts in a /24 subnet?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254.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Subnet the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 have 192.168.10.0/24 for an office with four departments of up to 50 devices each.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subnet mask that gives four subnets.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the network address, first and last host and broadcast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which resilience principle would protect the file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Uses /26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Ranges do not overlap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Resilience choice is justified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clustering and high availability?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Convert 1010 binary to decimal.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improvement in Wi-Fi 6 over Wi-Fi 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Design, Addressing and Transmission</dc:title>
  <dc:subject>Digital Support and Security T Level: Digital Infrastructure Content Area 2</dc:subject>
  <dc:creator>Samuel O'Connell</dc:creator>
  <cp:keywords>T Level; Digital Support and Security; lesson slides; 2.1, 2.2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