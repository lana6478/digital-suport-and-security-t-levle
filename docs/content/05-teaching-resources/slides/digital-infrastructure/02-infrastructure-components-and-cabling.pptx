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Also in 2.3: cloud service models (IaaS, PaaS, SaaS), scripting for automation, network monitoring and capacity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Wear eye protection when cutting. Keep offcuts for fault-finding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DIGITAL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Infrastructure Components and Cabling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Infrastructure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2.3, 2.15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purpose of common network and end-user devices.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storage options, including RAID levels, NAS and SAN.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cabling, connectors, antennas and test equipment.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Make and test a UTP cable to TIA/EIA standards.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What is the difference between a hub, a switch and a router? Have a guess before we look.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Network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Device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Firewall (NGFW / UTM)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Filters traffic; next-generation and unified threat management add deeper inspection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Router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Forwards packets between networks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Switch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Connects devices in a LAN and sends frames only to the right port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Hub / bridge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Hub repeats to every port; bridge joins two segments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Wireless access point / extender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Provides and extends Wi-Fi coverage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Modem / media converter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Connects to the ISP; converts between copper and fibre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HDD, SSD, removable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Cheap capacity, fast solid state, or portable media.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NAS and SAN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File storage on the network, or a dedicated block storage network.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Block and object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Raw blocks for databases; objects with metadata for cloud storage.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RAID 0 and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0 stripes for speed with no redundancy; 1 mirrors for safety.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RAID 5 and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5 uses parity across three or more disks; 10 mirrors and stripes.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Wired and wireless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UTP cabling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Straight-through or crossover, wired to TIA/EIA-568A or 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Connectors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RJ45 for Ethernet, RJ11 for telephone.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Cable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Copper Cat5e and Cat6, or fibre optic.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Protocols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PPP, software-defined networking, WPA1, 2 and 3.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Antennas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Omni-directional, directional, patch, yagi and dipole.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Test equipment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Tone generator and probe, cable tester, tracing kit, test plans.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Making and testing a UTP 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79349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Decide the purpose and calculate the length.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Choose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Straight-through or crossover.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Prepare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Strip and order the wires to 568A or 568B.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Crimp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Fit 8P8C (RJ45) connectors with a crimper.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491740"/>
            <a:ext cx="640080" cy="6400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26897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4046220"/>
            <a:ext cx="2109155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183380"/>
            <a:ext cx="1834835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Check wiremap and continuity against TIA/EIA.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switch do that a hub does not?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RAID level offers no redundancy?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connector is used for Ethernet?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crossover cable?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antenna type sends signal in all directions?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switch do that a hub does not?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Sends frames only to the port of the destination device.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RAID level offers no redundancy?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RAID 0.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connector is used for Ethernet?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RJ45 (8P8C).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crossover cable?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cable wired 568A at one end and 568B at the other.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antenna type sends signal in all directions?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Omni-directional.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Make a patch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Infrastructure Components and Cabling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40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Practical, individual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Measure and cut a 1 metre length of Cat6 UTP.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Terminate both ends to TIA/EIA-568B.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Test it with a cable tester and record the wiremap result.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If it fails, find the fault, re-terminate and retest.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Correct colour order at both ends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Jacket crimped inside the connector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Test result recorded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Safe use of tools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choose RAID 10 over RAID 5?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a media converter do?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a wiremap test check?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Digital Infrastructure - Physical and Virtual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https://lana6478.github.io/Digital-Suport-and-security-T-levle/#/02-occupational-specialisms/digital-infrastructure/02-physical-and-virtual-infrastructure.md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Infrastructure Components and Cabling</dc:title>
  <dc:subject>Digital Support and Security T Level: Digital Infrastructure Content Area 2</dc:subject>
  <dc:creator>Samuel O'Connell</dc:creator>
  <cp:keywords>T Level; Digital Support and Security; lesson slides; 2.3, 2.15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