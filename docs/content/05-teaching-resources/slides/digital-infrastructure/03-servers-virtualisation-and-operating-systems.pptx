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DIGITAL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Servers, Virtualisation and Operating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Digital Infrastructure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2.6 to 2.9, 2.23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Servers, Virtualisation and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physical servers, self-hosted and cloud-hosted virtual servers, and containers.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types of operating system used in digital infrastructure.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virtualisation concepts and applications.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might a company pay monthly for a server in the cloud instead of buying one for its own office?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Server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Servers, Virtualisation and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968"/>
                <a:gridCol w="4191223"/>
                <a:gridCol w="4191223"/>
              </a:tblGrid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Advantages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Disadvantages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Physical server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Full access to resources, full customisation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Expensive, harder to maintain and scale, needs space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Self-hosted virtual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Cost control, scalable, supports HA and clustering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High upfront cost, resilience is expensive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Cloud-hosted virtual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Scales easily, built-in redundancy, third-party support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Subscription cost, complex setup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Containers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Lightweight, portable, consistent, cheap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Less secure if misconfigured, less OS flexibility, needs expertise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Operating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Servers, Virtualisation and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Types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Desktop:</a:t>
            </a:r>
            <a:r>
              <a:rPr sz="2200" b="0">
                <a:solidFill>
                  <a:srgbClr val="202122"/>
                </a:solidFill>
                <a:latin typeface="Calibri"/>
              </a:rPr>
              <a:t> Windows, macOS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Mobile:</a:t>
            </a:r>
            <a:r>
              <a:rPr sz="2200" b="0">
                <a:solidFill>
                  <a:srgbClr val="202122"/>
                </a:solidFill>
                <a:latin typeface="Calibri"/>
              </a:rPr>
              <a:t> Android, iOS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Server:</a:t>
            </a:r>
            <a:r>
              <a:rPr sz="2200" b="0">
                <a:solidFill>
                  <a:srgbClr val="202122"/>
                </a:solidFill>
                <a:latin typeface="Calibri"/>
              </a:rPr>
              <a:t> Linux, Windows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What they share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 user interface and personalisation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Resource management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A platform for applications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They differ in features, UX and purpose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Virtualisation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Servers, Virtualisation and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Partitioning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Many virtual resources from one physical resource, or one from many.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Isolation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Each virtual machine is separated from the others.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Encapsulation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 whole VM is saved as files that can be copied or moved.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Hardware independence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VMs run on any host with a compatible hypervisor.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Applications of virtualisation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Servers, Virtualisation and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Virtual switches, routers and networks.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Many servers on one host.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Users' desktops hosted centrally.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Operating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Several OSs on one machine.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One view of data held in many places.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Servers, Virtualisation and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disadvantage of a physical server.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are containers lightweight?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encapsulation mean in virtualisation?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a server operating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Servers, Virtualisation and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disadvantage of a physical server.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E.g. expensive, hard to scale, needs physical space.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are containers lightweight?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They carry only what the application needs and share the host OS kernel.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encapsulation mean in virtualisation?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whole VM is stored as files that can be moved or copied.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a server operating system.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Linux or Windows Server.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Build a virtual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Servers, Virtualisation and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40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Pairs, on a lab PC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Install a Type 2 hypervisor or use the one provided.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Create two VMs: a server OS and a client OS.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Put them on the same virtual network and test connectivity with ping.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Take a snapshot, make a change, then roll back.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Both VMs boot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Ping succeeds both ways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Snapshot rollback demonstrated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DIGITAL INFRASTRUCTURE  ·  Digital Infrastructure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Which server option suits a start-up with no IT room?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risk of containers.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desktop virtualisation?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Digital Infrastructure - Physical and Virtual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https://lana6478.github.io/Digital-Suport-and-security-T-levle/#/02-occupational-specialisms/digital-infrastructure/02-physical-and-virtual-infrastructure.md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Servers, Virtualisation and Operating Systems</dc:title>
  <dc:subject>Digital Support and Security T Level: Digital Infrastructure Content Area 2</dc:subject>
  <dc:creator>Samuel O'Connell</dc:creator>
  <cp:keywords>T Level; Digital Support and Security; lesson slides; 2.6 to 2.9, 2.23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