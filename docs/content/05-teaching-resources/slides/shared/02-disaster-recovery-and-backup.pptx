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example: if the RPO is 4 hours, backups must run at least every 4 hours. Procedures that support these: SOPs (installation, backup, set-up) and SLAs (uptime, response and resolution times).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4EA1FF"/>
                </a:solidFill>
                <a:latin typeface="Calibri"/>
              </a:rPr>
              <a:t>OCCUPATIONAL SPECIALISMS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Disaster Recovery, Continuity and Backup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Specialism Content Area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DRP, BCP, RTO/RPO/MTBF/MTTR, SLAs, backups (1.8 to 1.12, 1.22 to 1.23; DI 2.18 to 2.19)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Disaster Recovery, Continuity and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difference between a disaster recovery plan and a business continuity plan.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how a DRP is built and tested.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Define RTO, RPO, MTBF and MTTR and explain SLAs.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backup types and the criteria for a backup strategy.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Ransomware has encrypted every file on your college's server. What do you need to get working again, and in what order?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DRP and BCP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Disaster Recovery, Continuity and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Disaster recovery plan (DRP)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Restores IT systems after a disruption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Physical:</a:t>
            </a:r>
            <a:r>
              <a:rPr sz="2200" b="0">
                <a:solidFill>
                  <a:srgbClr val="202122"/>
                </a:solidFill>
                <a:latin typeface="Calibri"/>
              </a:rPr>
              <a:t> backups, off-site server storage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Restores access and functionality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Replaces failed infrastructure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Business continuity plan (BCP)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Keeps the whole business running during disruption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Alternative premises and processes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Users can work away from the main site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The DRP sits inside the wider BCP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Building a DRP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Disaster Recovery, Continuity and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024" y="2717292"/>
            <a:ext cx="935964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5984" y="24155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Scope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Site, organisation, department or individual.</a:t>
            </a:r>
          </a:p>
        </p:txBody>
      </p:sp>
      <p:sp>
        <p:nvSpPr>
          <p:cNvPr id="11" name="Oval 10"/>
          <p:cNvSpPr/>
          <p:nvPr/>
        </p:nvSpPr>
        <p:spPr>
          <a:xfrm>
            <a:off x="2967913" y="24155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0569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Gather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569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57729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Past outages, inventories, contacts.</a:t>
            </a:r>
          </a:p>
        </p:txBody>
      </p:sp>
      <p:sp>
        <p:nvSpPr>
          <p:cNvPr id="15" name="Oval 14"/>
          <p:cNvSpPr/>
          <p:nvPr/>
        </p:nvSpPr>
        <p:spPr>
          <a:xfrm>
            <a:off x="4839843" y="24155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2498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Risk assess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498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9658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Assets, threats, likelihood and impact.</a:t>
            </a:r>
          </a:p>
        </p:txBody>
      </p:sp>
      <p:sp>
        <p:nvSpPr>
          <p:cNvPr id="19" name="Oval 18"/>
          <p:cNvSpPr/>
          <p:nvPr/>
        </p:nvSpPr>
        <p:spPr>
          <a:xfrm>
            <a:off x="6711772" y="24155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427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Create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1587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Write the plan and identify resources.</a:t>
            </a:r>
          </a:p>
        </p:txBody>
      </p:sp>
      <p:sp>
        <p:nvSpPr>
          <p:cNvPr id="23" name="Oval 22"/>
          <p:cNvSpPr/>
          <p:nvPr/>
        </p:nvSpPr>
        <p:spPr>
          <a:xfrm>
            <a:off x="8583701" y="24155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6356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Sign off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6356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73516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Get approval.</a:t>
            </a:r>
          </a:p>
        </p:txBody>
      </p:sp>
      <p:sp>
        <p:nvSpPr>
          <p:cNvPr id="27" name="Oval 26"/>
          <p:cNvSpPr/>
          <p:nvPr/>
        </p:nvSpPr>
        <p:spPr>
          <a:xfrm>
            <a:off x="10455630" y="24155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286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Test and improve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8286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45446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Test regularly, review, audit and amend.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Measures that size resilience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Disaster Recovery, Continuity and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Recovery Time Objective: how quickly a system must be 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Recovery Point Objective: how much data loss is tolerable, measured in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MTBF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Mean Time Between Failures: how reliable an asset is.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MTTR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Mean Time To Repair: average time to restore a failed system.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Backup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Disaster Recovery, Continuity and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2340"/>
                <a:gridCol w="4191223"/>
                <a:gridCol w="1972340"/>
                <a:gridCol w="2958510"/>
              </a:tblGrid>
              <a:tr h="7955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is copied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Backup speed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Restore needs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Everything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Slowest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Just the full backup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Changes since the last backup of any kind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Fastest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Full plus every incremental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Differential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Changes since the last full backup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Full plus the latest differential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Mirror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An exact live copy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Continuous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The mirror, but deletions are copied too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Criteria for a backup strategy: frequency, source, destination and storage medium (LTO tape, cloud, disk).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Disaster Recovery, Continuity and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difference between a DRP and a BCP?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RPO measure?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backup type is quickest to make but slowest to restore?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an SLA define?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must a DRP be tested?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Disaster Recovery, Continuity and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difference between a DRP and a BCP?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DRP restores IT systems; a BCP keeps the wider business running.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RPO measure?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maximum tolerable data loss, measured in time.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backup type is quickest to make but slowest to restore?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Incremental.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an SLA define?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Agreed uptime and response and resolution times.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must a DRP be tested?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To prove it works and find gaps before a real disaster.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Design a backup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Disaster Recovery, Continuity and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 small online shop has an RPO of 1 hour and an RTO of 4 hours.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backup types and a weekly schedule that meets the RPO.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where each backup is stored and on what medium.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Explain how the shop would restore on a Thursday afternoon.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Schedule meets the RPO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At least one copy stored off-site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Restore steps are in the right order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Define MTTR in your own words.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keep one backup off-site?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the risk of relying only on a mirror?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Security Procedures and Controls, on your specialism's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https://lana6478.github.io/Digital-Suport-and-security-T-levle/#/02-occupational-specialisms/00-overview.md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Disaster Recovery, Continuity and Backup</dc:title>
  <dc:subject>Digital Support and Security T Level: Specialism Content Area 1</dc:subject>
  <dc:creator>Samuel O'Connell</dc:creator>
  <cp:keywords>T Level; Digital Support and Security; lesson slides; DRP, BCP, RTO/RPO/MTBF/MTTR, SLAs, backups (1.8 to 1.12, 1.22 to 1.23; DI 2.18 to 2.19)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