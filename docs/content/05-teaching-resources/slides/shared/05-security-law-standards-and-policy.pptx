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changes should go through a change procedure: approved, documented and periodically audited. Students must explain the security impact of not following each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Law, Standards and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Policies, legislation, standards and the importance of cyber security (1.23 to 1.31)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of organisational digital use and health and safety policies.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UK GDPR, the Data Protection Act 2018 and the Computer Misuse Act.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ISO 27001, PCI DSS, NCSC 10 Steps and OWASP.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cyber security matters to organisations and society.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company lets staff work from home on their own laptops. What rules would you want in place?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Policies that reduce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Digital use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Network and internet usage and monitoring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Bring your own device (BYOD)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Working from home, with a DSE assessment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Password renewal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Software update discipline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Health and safety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Lone working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Manual handling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Working at height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Fire safety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RIDDOR 2013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UK 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Standardises how personal data is used, stored and transferred.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Data Protection Act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UK's implementation: fair, lawful, transparent, limited, accurate, secure.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Computer Misuse Act 1990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Unauthorised access; access with intent; acts impairing a computer's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and best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4356"/>
                <a:gridCol w="802005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ISO 27001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Certifiable information security management standard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PCI DSS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Protects card payments: secure network, cardholder data, access control, monitoring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NCSC 10 Steps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User education, home working, secure config, removable media, privileges, incidents, monitoring, malware, network, risk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OWASP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Shares security tools, education and a community to improve software security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cyber security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 organisations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Protect systems, devices and cloud availability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Protect personal and commercial data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Enforce password policy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Comply with the law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Defend against cybercrime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 society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Protect privacy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Prevent prejudice and ensure equal opportunity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Prevent identity theft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DPA 2018 rights:</a:t>
            </a:r>
            <a:r>
              <a:rPr sz="2200" b="0">
                <a:solidFill>
                  <a:srgbClr val="202122"/>
                </a:solidFill>
                <a:latin typeface="Calibri"/>
              </a:rPr>
              <a:t> be informed, access, correct, erase, restrict, port, 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makes unauthorised access to a computer a crime?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standard protects card payments?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ISO 27001?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rights individuals have under DPA 2018.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RIDDOR cover?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makes unauthorised access to a computer a crime?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Computer Misuse Act 1990.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standard protects card payments?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PCI DSS.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ISO 27001?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certifiable information security management standard.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rights individuals have under DPA 2018.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be informed, access, rectify, erase, restrict, portability, object.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RIDDOR cover?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Reporting of injuries, diseases and dangerous occurrences.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 BYOD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Law, Standards and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one-page BYOD policy for a 50-person company.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Include at least six rules.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Link each rule to a law, standard or NCSC step.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State the security impact if staff ignore each rule.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Rules are clear and enforceable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rule is linked to legislation or a standard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Impacts are specific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 company need a change procedure?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standard would a web developer use to improve software security?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reason cyber security matters to society.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Law, Standards and Policy</dc:title>
  <dc:subject>Digital Support and Security T Level: Specialism Content Area 1</dc:subject>
  <dc:creator>Samuel O'Connell</dc:creator>
  <cp:keywords>T Level; Digital Support and Security; lesson slides; Policies, legislation, standards and the importance of cyber security (1.23 to 1.31)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