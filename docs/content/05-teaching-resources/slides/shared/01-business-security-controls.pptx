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back to the starter: sort the class's ideas into these six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skills include setting up a domain with group policies and password rules, deploying a certificate authority, and applying access control methods (MAC, DAC, ABAC, RBAC).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OCCUPATIONAL SPECIALISMS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Business Security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1.1 to 1.7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Business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six types of business control and when each acts.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Give physical, administrative and technical examples of each control.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Select, apply and monitor a suitable control for an identified risk.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NCSC Cyber Essentials controls.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burglar walks past an office at night. List everything that might stop them, catch them, or limit the damage they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When each control 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Business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79349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Directive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Tells people what to do.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Deterrent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Discourages an attempt.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Preventative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Stops the incident happening.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Detective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Spots it while or after it happens.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Corrective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Limits damage and stops recurrence.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Compensating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Backup when a primary control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Preventative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Business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Physical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Anti-pick locks, fences, bollards, gates, cages, flood defences, air conditioning.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Combined or managed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Card readers, biometric readers, video verification, PINs.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Administrative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Separation of duties and role-based access, so no one person has too much privilege.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Technical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Allowlists and denylists, access control lists, sandboxing, device hardening, certificate authorities.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other five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Business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3944680"/>
                <a:gridCol w="4930851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Physical example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Administrative example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Detective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CCTV, motion sensors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Temperature and error logs, audits of who entered the site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Corrective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Fire and gas suppression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SOPs for what to do when a fire is detected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Deterrent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Guards, alarms, visible surveillance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Fire drills, codes of conduct, acceptable use policies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Directive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Signage, mandatory ID badges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Security policies, compulsory 'human firewall' training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Compensating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Environmental temperature controls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Role-based awareness training, monitoring SOPs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NCSC Cyber Essentials: five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Business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Boundary firewalls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Control traffic between your network and the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3306E"/>
                </a:solidFill>
                <a:latin typeface="Calibri"/>
              </a:rPr>
              <a:t>Secure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Remove defaults and unneeded features; enable MFA.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Access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Give users only the access they need.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Malware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Anti-malware kept up to date.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Patch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security updates promptly.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Applying and monitoring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Business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38201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0802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Review the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Gather information from systems and users.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0802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Select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Choose the right control type or types.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0802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Apply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Put the control in place, following procedure.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0802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Monitor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Check it keeps working and adjust.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435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Always comply with regulation (e.g. data protection law) and organisational procedure.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Business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CCTV a preventative or detective control?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an example of a corrective control.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compensating control?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of the five Cyber Essentials controls.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separation of duties prevent?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Business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CCTV a preventative or detective control?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Detective (it can also deter when visible).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an example of a corrective control.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Fire or gas suppression, or a fire response SOP.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compensating control?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safeguard used when a primary control is not available or fails.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54595D"/>
                </a:solidFill>
                <a:latin typeface="Calibri"/>
              </a:rPr>
              <a:t>Name three of the five Cyber Essentials controls.</a:t>
            </a:r>
          </a:p>
          <a:p>
            <a:r>
              <a:rPr sz="1600" b="1">
                <a:solidFill>
                  <a:srgbClr val="03306E"/>
                </a:solidFill>
                <a:latin typeface="Calibri"/>
              </a:rPr>
              <a:t>Any three of: boundary firewalls, secure configuration, access control, malware protection, patch management.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separation of duties prevent?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One person holding excessive privilege.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Control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Business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Walk around (or picture) the college IT areas.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Find at least one control of each of the six types.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Classify each as physical, administrative or technical.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one gap and recommend a control to fill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six control types found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Classifications are correct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Recommendation is realistic and justified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control type would a 'Staff only' sign be?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 organisations layer several controls?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Cyber Essentials control would stop an unpatched laptop being exploited?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Security Procedures and Controls, on your specialism's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https://lana6478.github.io/Digital-Suport-and-security-T-levle/#/02-occupational-specialisms/00-overview.md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Security Controls</dc:title>
  <dc:subject>Digital Support and Security T Level: Specialism Content Area 1</dc:subject>
  <dc:creator>Samuel O'Connell</dc:creator>
  <cp:keywords>T Level; Digital Support and Security; lesson slides; 1.1 to 1.7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