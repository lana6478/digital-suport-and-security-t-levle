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check RAM, processor, OS compatibility and network card. Consider permissions (least privilege) and the security impact on the device, network and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Devices, Operating Systems and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2.6 to 2.9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end-user devices and systems a support technician looks after.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OS types and application types.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Check system requirements and install and configure applications and operating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user says their new software 'will not install'. What would you check first?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End-user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Desktops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Thick clients that process locally, or thin clients that rely on a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Cloud workspaces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Free or licensed online desktops.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Mobile 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Tablets, smartphones, wearables, e-readers.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Peripherals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Keyboards, monitors, printers, projectors, card readers, drives.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Smart building alarms, meters and lighting; smart TVs; autonomous vehicles.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Operating systems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OS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End-user:</a:t>
            </a:r>
            <a:r>
              <a:rPr sz="2200" b="0">
                <a:solidFill>
                  <a:srgbClr val="202122"/>
                </a:solidFill>
                <a:latin typeface="Calibri"/>
              </a:rPr>
              <a:t> Windows, macOS, Linux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Mobile:</a:t>
            </a:r>
            <a:r>
              <a:rPr sz="2200" b="0">
                <a:solidFill>
                  <a:srgbClr val="202122"/>
                </a:solidFill>
                <a:latin typeface="Calibri"/>
              </a:rPr>
              <a:t> iOS, Android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Server:</a:t>
            </a:r>
            <a:r>
              <a:rPr sz="2200" b="0">
                <a:solidFill>
                  <a:srgbClr val="202122"/>
                </a:solidFill>
                <a:latin typeface="Calibri"/>
              </a:rPr>
              <a:t> Windows Server, Linux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Application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Productivity:</a:t>
            </a:r>
            <a:r>
              <a:rPr sz="2100" b="0">
                <a:solidFill>
                  <a:srgbClr val="202122"/>
                </a:solidFill>
                <a:latin typeface="Calibri"/>
              </a:rPr>
              <a:t> word processing, spreadsheets, diagrams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Web browsers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Collaboration:</a:t>
            </a:r>
            <a:r>
              <a:rPr sz="2100" b="0">
                <a:solidFill>
                  <a:srgbClr val="202122"/>
                </a:solidFill>
                <a:latin typeface="Calibri"/>
              </a:rPr>
              <a:t> email, conferencing, VoIP, chat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Business:</a:t>
            </a:r>
            <a:r>
              <a:rPr sz="2100" b="0">
                <a:solidFill>
                  <a:srgbClr val="202122"/>
                </a:solidFill>
                <a:latin typeface="Calibri"/>
              </a:rPr>
              <a:t> databases, CRM, ticketing, accounting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Development:</a:t>
            </a:r>
            <a:r>
              <a:rPr sz="2100" b="0">
                <a:solidFill>
                  <a:srgbClr val="202122"/>
                </a:solidFill>
                <a:latin typeface="Calibri"/>
              </a:rPr>
              <a:t> CAD, 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Checking requirements: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Cheap per gigabyte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Large capacity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Moving parts can break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 overheat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Much faster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 moving parts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Costs more per gigabyte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Smaller, suits compact devices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Installing an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55727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Boot and partition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the boot drive; partition and format.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Join the domain.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time, date, region and language.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Drivers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drivers.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Apply updates, including over the network.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25552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0327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Apps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810000"/>
            <a:ext cx="1734769" cy="17068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947160"/>
            <a:ext cx="1460449" cy="1432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productivity software; migrate user data if upgrading.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thick and a thin client?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advantages of an SSD over an HDD.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collaboration applications.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should you check before installing software?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thick and a thin client?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thick client processes locally; a thin client relies on a server.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advantages of an SSD over an HDD.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Faster; no moving parts.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collaboration applications.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email client, video conferencing, VoIP, instant messaging, document sharing.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should you check before installing software?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System requirements: storage, RAM, processor, OS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Install and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Devices, Operating Systems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on a VM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the VM meets the system requirements for the given OS.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the OS with a sensible partition layout.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region, language and time, then apply updates.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a productivity suite and record every setting you chose.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Requirements checked and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OS fully updated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 installation log for a colleague to follow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device type would you give a hot-desking call centre?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least privilege when installing software?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should you do before an in-place OS upgrade?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Devices, Operating Systems and Applications</dc:title>
  <dc:subject>Digital Support and Security T Level: Digital Support Content Area 2</dc:subject>
  <dc:creator>Samuel O'Connell</dc:creator>
  <cp:keywords>T Level; Digital Support and Security; lesson slides; 2.6 to 2.9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