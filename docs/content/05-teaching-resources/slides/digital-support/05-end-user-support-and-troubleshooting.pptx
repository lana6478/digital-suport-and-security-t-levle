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Fault card ideas: caps lock on, disconnected network cable, full mailbox, expired password, printer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DIGITAL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End-User Support and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Support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2.5, 2.21 to 2.23, 2.28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End-User Support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functions of a service management system (CMS).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a structured troubleshooting method and document it.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support processes for end users.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Monitor and operate information systems and maintain service delivery.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user rings: 'The internet is broken.' Write down the first three questions you would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the CMS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End-User Support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Incidents and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Log, track, open and close tickets.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Collate support knowledge and spot training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Support the rollout of new systems.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Configuration and 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Licences, hardware and software requests, decommissioning.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troubleshooting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End-User Support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88493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5831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6042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Gather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37660"/>
            <a:ext cx="1734769" cy="10515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74820"/>
            <a:ext cx="1460449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Investigate the request and likely causes.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5831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36042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Analyse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4137660"/>
            <a:ext cx="1734769" cy="10515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274820"/>
            <a:ext cx="1460449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Rule out known fixes and causes.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5831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36042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4137660"/>
            <a:ext cx="1734769" cy="10515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274820"/>
            <a:ext cx="1460449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Test the remaining possibilities.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5831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36042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Resolve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4137660"/>
            <a:ext cx="1734769" cy="10515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274820"/>
            <a:ext cx="1460449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Back up, fix, test, repeat until solved.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5831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36042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Document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4137660"/>
            <a:ext cx="1734769" cy="10515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274820"/>
            <a:ext cx="1460449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Record cause and solution in the CMS.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5831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36042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Prevent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4137660"/>
            <a:ext cx="1734769" cy="10515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274820"/>
            <a:ext cx="1460449" cy="7772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202122"/>
                </a:solidFill>
                <a:latin typeface="Calibri"/>
              </a:rPr>
              <a:t>Apply controls so it does not recur.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Support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End-User Support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Add and remove users, set access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Passwords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Complexity, expiry, forced resets.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Permissions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Resource access, group policy, shared resources.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Installation and deployment, connecting to remote resources.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Faults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Identify, escalate from first to third line, use known fixes.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Documentation, SOPs, asset management and auditing.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Monitoring and operating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End-User Support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Analyse performance of hardware, software, databases, networks and people.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Monitor security controls (firewalls, anti-virus) and network traffic.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Track licences and log and tag assets.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Create, update and communicate tickets; support users remotely.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Review user feedback critically.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Record and summarise findings clearly using correct technical terms, so they can shape future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End-User Support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first step of the troubleshooting method?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back up before implementing a fix?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escalation?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CMS functions.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End-User Support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first step of the troubleshooting method?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Gather information.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back up before implementing a fix?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So data can be restored if the fix causes problems.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escalation?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Passing an issue to a higher support line or specialist.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CMS functions.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incident and request, knowledge, change, configuration and asset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Helpdesk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End-User Support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Pairs: user and technician, then swap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The user takes a fault card and describes only the symptoms.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The technician follows the troubleshooting method, asking questions.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The technician logs a full ticket: user, issue, steps, resolution, time taken.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Swap roles with a new fault card.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Method followed in order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Ticket is complete and clear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Preventive action suggested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document every fix in the CMS?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should a first-line technician escalate?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would you monitor to spot a failing network switch?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Digital Support - Installing, Configuring and Supporting Software and Operating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https://lana6478.github.io/Digital-Suport-and-security-T-levle/#/02-occupational-specialisms/digital-support/02-software-and-os-support.md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End-User Support and Troubleshooting</dc:title>
  <dc:subject>Digital Support and Security T Level: Digital Support Content Area 2</dc:subject>
  <dc:creator>Samuel O'Connell</dc:creator>
  <cp:keywords>T Level; Digital Support and Security; lesson slides; 2.5, 2.21 to 2.23, 2.28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