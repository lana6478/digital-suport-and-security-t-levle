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items on the right still matter; agile just values the items on the left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DIGITAL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Agile Values and Methodologies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Support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2.1, 2.2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State the four agile values.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Scrum, Kanban, DSDM, FDD, Crystal, Lean and XP.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an agile method to suit a support team's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Your team has 40 support tickets and new ones arrive every hour. How would you decide what to work on next?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four agile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Individuals and interactions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over processes and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Working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over comprehensive documentation.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Customer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over contract negotiation.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Responding to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over following a plan.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Agile methodologies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Scrum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Defined roles, events and artefacts; daily scrums; work in sprints.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Kanban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Board with work-in-progress limits; balances demand and capacity; shows bottlenecks.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DSDM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Fixes cost, quality and time; prioritises scope with MoSCoW.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Agile methodologies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Feature-driven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Plan, design and build one small feature at a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Crystal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Puts people and communication ahead of process and tools.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Eliminate waste, build in quality, create knowledge, defer commitment, deliver fast, respect people, optimise the whole.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Extreme Programming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Frequent short releases, checkpoints for new requirements, feedback loops.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MoSCoW prioritisation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3870144"/>
                <a:gridCol w="5160193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 for a new helpdesk system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Must have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Essential; without it the project fails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Log and track tickets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Should have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Important but not vital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Email notifications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Could have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Nice to have if time allows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Chatbot for common questions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Won't have (this time)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Agreed to leave out for now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Mobile app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Complete the value: responding to change over...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WIP limit in Kanban?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method uses MoSCoW?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Lean principles.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Complete the value: responding to change over...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Following a plan.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WIP limit in Kanban?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cap on the number of items allowed in a column at once.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method uses MoSCoW?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DSDM.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three Lean principles.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three of the seven, e.g. eliminate waste, deliver fast, respect people.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Run a Kanban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Agile Values and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Draw a Kanban board with To do, In progress, Waiting on user and Done.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the 12 ticket cards from your teacher.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Set a WIP limit and play three 'rounds' of work, adding new tickets each round.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the bottleneck and suggest a fix.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WIP limit respected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Priorities are sensible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Bottleneck identified with evidence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agile method suits a helpdesk best,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sprint?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'Won't have' item for a project you know.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Digital Support - Installing, Configuring and Supporting Software and Operating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https://lana6478.github.io/Digital-Suport-and-security-T-levle/#/02-occupational-specialisms/digital-support/02-software-and-os-support.md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 Values and Methodologies</dc:title>
  <dc:subject>Digital Support and Security T Level: Digital Support Content Area 2</dc:subject>
  <dc:creator>Samuel O'Connell</dc:creator>
  <cp:keywords>T Level; Digital Support and Security; lesson slides; 2.1, 2.2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