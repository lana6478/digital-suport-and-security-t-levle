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must be able to select, configure and test these, and justify their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Beep and blink codes differ between manufacturers, so always check the technical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 testing (checking an idea before building it) is also in the specification. Components are tested before integration so faults are easier to locate.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Macros and scripts can automate repeated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Supporting and Testing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2.4, 2.5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Select hardware, operating systems and software that meet a user's needs.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Interpret fault indicators and technical documentation to diagnose problems.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testing methods and choose suitable ones.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Create test data and a test plan, and judge whether results are believable.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graphic designer and a receptionist both need a new PC. What would you choose differently for each, and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Matching systems to user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Cores, memory, storage, clock speed and connectivity. Match them to the workload.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Operating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Graphical or text based, multi-tasking, single or multi-user, or a virtual machine.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Database, spreadsheet, word processor, presentation, communication or browser.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Fault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Error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 code that can be looked up in documentation, e.g. a Windows stop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Error messages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Text describing what went wrong. Read the whole message, not just the title.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Beep codes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Patterns of beeps at start-up, often pointing to RAM or graphics faults.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Blink codes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Patterns of flashing LEDs, common on laptops and printers.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Testing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8320811"/>
              </a:tblGrid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it checks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Unit / integration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One component alone, then components working together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System / acceptance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The whole system, then whether it meets the user's requirements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Boundary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Values at the edge of what is allowed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Performance / load / stress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Speed under normal use, heavy use and beyond its limits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Usability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How easy real users find it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Regression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That a change has not broken something that used to work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Closed box / open box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Testing without, or with, knowledge of the internal code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Types of test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Valid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Normal data that should be accepted. Age: 25.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Invalid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Data of the right type that should be rejected. Age: 150.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Data at the edge of the range. Age: 0 and 120.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Erroneous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Data of the wrong type entirely. Age: 'twenty'.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Structure of a test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3217" y="2930652"/>
            <a:ext cx="8985260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83177" y="26289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0614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Identify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83380"/>
            <a:ext cx="2109155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320540"/>
            <a:ext cx="1834835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List what will be tested.</a:t>
            </a:r>
          </a:p>
        </p:txBody>
      </p:sp>
      <p:sp>
        <p:nvSpPr>
          <p:cNvPr id="11" name="Oval 10"/>
          <p:cNvSpPr/>
          <p:nvPr/>
        </p:nvSpPr>
        <p:spPr>
          <a:xfrm>
            <a:off x="3529492" y="26289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955" y="340614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Describe purpose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4183380"/>
            <a:ext cx="2109155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2115" y="4320540"/>
            <a:ext cx="1834835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Say why each test matters.</a:t>
            </a:r>
          </a:p>
        </p:txBody>
      </p:sp>
      <p:sp>
        <p:nvSpPr>
          <p:cNvPr id="15" name="Oval 14"/>
          <p:cNvSpPr/>
          <p:nvPr/>
        </p:nvSpPr>
        <p:spPr>
          <a:xfrm>
            <a:off x="5775807" y="26289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70" y="340614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Test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4183380"/>
            <a:ext cx="2109155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78430" y="4320540"/>
            <a:ext cx="1834835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Choose the data to use.</a:t>
            </a:r>
          </a:p>
        </p:txBody>
      </p:sp>
      <p:sp>
        <p:nvSpPr>
          <p:cNvPr id="19" name="Oval 18"/>
          <p:cNvSpPr/>
          <p:nvPr/>
        </p:nvSpPr>
        <p:spPr>
          <a:xfrm>
            <a:off x="8022122" y="26289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585" y="340614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Expected result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585" y="4183380"/>
            <a:ext cx="2109155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4745" y="4320540"/>
            <a:ext cx="1834835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Predict what should happen.</a:t>
            </a:r>
          </a:p>
        </p:txBody>
      </p:sp>
      <p:sp>
        <p:nvSpPr>
          <p:cNvPr id="23" name="Oval 22"/>
          <p:cNvSpPr/>
          <p:nvPr/>
        </p:nvSpPr>
        <p:spPr>
          <a:xfrm>
            <a:off x="10268437" y="26289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3900" y="340614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Actual result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3900" y="4183380"/>
            <a:ext cx="2109155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71060" y="4320540"/>
            <a:ext cx="1834835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Record what really happened.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Are the results believable?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Logical reasoning:</a:t>
            </a:r>
            <a:r>
              <a:rPr sz="2400" b="0">
                <a:solidFill>
                  <a:srgbClr val="202122"/>
                </a:solidFill>
                <a:latin typeface="Calibri"/>
              </a:rPr>
              <a:t> were the inputs unbiased and relevant, and do the results make sense?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Subject matter expert:</a:t>
            </a:r>
            <a:r>
              <a:rPr sz="2400" b="0">
                <a:solidFill>
                  <a:srgbClr val="202122"/>
                </a:solidFill>
                <a:latin typeface="Calibri"/>
              </a:rPr>
              <a:t> ask someone with expertise to verify the results.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Test plan:</a:t>
            </a:r>
            <a:r>
              <a:rPr sz="2400" b="0">
                <a:solidFill>
                  <a:srgbClr val="202122"/>
                </a:solidFill>
                <a:latin typeface="Calibri"/>
              </a:rPr>
              <a:t> compare actual results against the expected results you wrote down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Always write the expected result before you run the test. Otherwise it is too easy to convince yourself the actual result was what you wanted.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two examples of fault indicators.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regression testing check?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An age field accepts 0 to 120. Give a boundary test value.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difference between closed box and open box testing?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are components tested before integration?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two examples of fault indicators.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 of: error numbers, error messages, beep codes, blink codes.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regression testing check?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That a change has not broken existing functionality.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An age field accepts 0 to 120. Give a boundary test value.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0 or 120.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difference between closed box and open box testing?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Closed box tests without knowledge of the internal code; open box uses that knowledge.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are components tested before integration?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So faults can be found and located more easily.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Write a test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Supporting and Testing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Individual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 booking form asks for a name, an email address and a number of guests from 1 to 8.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a test plan with at least eight tests.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Include valid, invalid, boundary and erroneous data.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Fill in the expected result for every test before swapping with a partner.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All five test plan columns completed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All four test data types used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Boundaries at 1 and 8 tested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Expected results are precise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hardware spec matters most for a video editor?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erroneous data?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way to check that test results are accurate.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1: Problem Solving, Digital Support and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https://lana6478.github.io/Digital-Suport-and-security-T-levle/#/01-core-component/01-core-paper-1.md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Supporting and Testing Systems</dc:title>
  <dc:subject>Digital Support and Security T Level: Core Paper 1</dc:subject>
  <dc:creator>Samuel O'Connell</dc:creator>
  <cp:keywords>T Level; Digital Support and Security; lesson slides; 2.4, 2.5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