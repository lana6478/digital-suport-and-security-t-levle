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Benefits of resilience: better security, better reputation and less downtime.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Virtual, Cloud and Resilient Environments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7.4, 7.5, 7.6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Virtual, Cloud and Resilient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virtual machines, hypervisors and the benefits and drawbacks of virtualisation.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6324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private and public cloud and the IaaS, PaaS and SaaS models.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11480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methods to make a digital environment resilient.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If your college's server room flooded tonight, what would still work tomorrow morning? What would not?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Virtual environments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Virtual, Cloud and Resilient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Components and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Virtual machines:</a:t>
            </a:r>
            <a:r>
              <a:rPr sz="2200" b="0">
                <a:solidFill>
                  <a:srgbClr val="202122"/>
                </a:solidFill>
                <a:latin typeface="Calibri"/>
              </a:rPr>
              <a:t> PCs, switches, routers, servers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Type 1 hypervisor runs directly on hardware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Type 2 hypervisor runs on top of an OS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Features:</a:t>
            </a:r>
            <a:r>
              <a:rPr sz="2200" b="0">
                <a:solidFill>
                  <a:srgbClr val="202122"/>
                </a:solidFill>
                <a:latin typeface="Calibri"/>
              </a:rPr>
              <a:t> isolation, emulation, portability, sharing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Benefits and drawbacks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0">
                <a:solidFill>
                  <a:srgbClr val="202122"/>
                </a:solidFill>
                <a:latin typeface="Calibri"/>
              </a:rPr>
              <a:t>Cost-effective at scale and easy to manage</a:t>
            </a:r>
          </a:p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0">
                <a:solidFill>
                  <a:srgbClr val="202122"/>
                </a:solidFill>
                <a:latin typeface="Calibri"/>
              </a:rPr>
              <a:t>Resilient, better disaster recovery and testing</a:t>
            </a:r>
          </a:p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0">
                <a:solidFill>
                  <a:srgbClr val="202122"/>
                </a:solidFill>
                <a:latin typeface="Calibri"/>
              </a:rPr>
              <a:t>Possibly lower carbon footprint</a:t>
            </a:r>
          </a:p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1">
                <a:solidFill>
                  <a:srgbClr val="202122"/>
                </a:solidFill>
                <a:latin typeface="Calibri"/>
              </a:rPr>
              <a:t>But:</a:t>
            </a:r>
            <a:r>
              <a:rPr sz="1900" b="0">
                <a:solidFill>
                  <a:srgbClr val="202122"/>
                </a:solidFill>
                <a:latin typeface="Calibri"/>
              </a:rPr>
              <a:t> extra load on hardware and slower execution</a:t>
            </a:r>
          </a:p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1">
                <a:solidFill>
                  <a:srgbClr val="202122"/>
                </a:solidFill>
                <a:latin typeface="Calibri"/>
              </a:rPr>
              <a:t>But:</a:t>
            </a:r>
            <a:r>
              <a:rPr sz="1900" b="0">
                <a:solidFill>
                  <a:srgbClr val="202122"/>
                </a:solidFill>
                <a:latin typeface="Calibri"/>
              </a:rPr>
              <a:t> performance figures can be misleading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Cloud delivery models: who manages what?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Virtual, Cloud and Resilient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3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8057"/>
                <a:gridCol w="4773178"/>
                <a:gridCol w="4773178"/>
              </a:tblGrid>
              <a:tr h="99441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Client manages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Provider manages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99441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IaaS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Applications, OS and middleware, runtime, data, user accounts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Virtualisation and hardware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9441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PaaS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Applications, data, user accounts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Hardware, virtualisation, OS and runtime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99441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SaaS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User accounts and data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Everything else, including the application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Cloud can be private or public. Benefits: portability, elasticity, fewer storage limits, cost-effectiveness.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Making environments resilient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Virtual, Cloud and Resilient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Patches and updates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Planned, and in response to new vulnerabilities.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800" b="1" i="0">
                <a:solidFill>
                  <a:srgbClr val="03306E"/>
                </a:solidFill>
                <a:latin typeface="Calibri"/>
              </a:rPr>
              <a:t>Hardware replacement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Rolling plans and secure disposal.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Redundancy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Duplicate data and systems so one failure is not fatal.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Device hardening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Remove unneeded ports, apps, permissions and access.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800" b="1" i="0">
                <a:solidFill>
                  <a:srgbClr val="03306E"/>
                </a:solidFill>
                <a:latin typeface="Calibri"/>
              </a:rPr>
              <a:t>Backups and recovery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Onsite, offsite and cloud; hot, warm or cold sites.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6396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0756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Standard procedures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396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Training, induction and careful rollout of new systems.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Hot, warm and cold 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Virtual, Cloud and Resilient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3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16"/>
                <a:gridCol w="5283054"/>
                <a:gridCol w="2377374"/>
                <a:gridCol w="1849069"/>
              </a:tblGrid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Site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it has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Recovery speed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Hot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Fully equipped with live, up-to-date data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Minutes to hours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Warm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Equipment in place, data needs restoring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Hours to days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Cold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Space and power only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Days to weeks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Virtual, Cloud and Resilient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the difference between a Type 1 and Type 2 hypervisor?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In SaaS, what does the client manage?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device hardening?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disaster recovery site is fastest to switch to?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Virtual, Cloud and Resilient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the difference between a Type 1 and Type 2 hypervisor?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Type 1 runs directly on hardware; Type 2 runs on an operating system.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In SaaS, what does the client manage?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User accounts and data.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device hardening?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Removing unneeded ports, apps, permissions and access to reduce vulnerabilities.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disaster recovery site is fastest to switch to?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hot site.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Choose a cloud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Virtual, Cloud and Resilient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Three clients: a start-up building its own web app; a school wanting email; a company that needs full control of its servers.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Recommend IaaS, PaaS or SaaS for each.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Explain what each client would still be responsible for.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Suggest one resilience measure for each.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Model matches the level of control needed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Responsibilities stated correctly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Resilience measure is realistic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Give one drawback of virtualisation.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cloud model gives the client the most control?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use offsite backups?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2: Legislation, Business, Emerging Issues, Environments and 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https://lana6478.github.io/Digital-Suport-and-security-T-levle/#/01-core-component/02-core-paper-2.md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Virtual, Cloud and Resilient Environments</dc:title>
  <dc:subject>Digital Support and Security T Level: Core Paper 2</dc:subject>
  <dc:creator>Samuel O'Connell</dc:creator>
  <cp:keywords>T Level; Digital Support and Security; lesson slides; 7.4, 7.5, 7.6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