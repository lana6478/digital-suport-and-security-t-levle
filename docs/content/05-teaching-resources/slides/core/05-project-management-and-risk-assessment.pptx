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Severity runs 1 (negligible) to 5 (catastrophic). Ask students to place three risks from the starter on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Likelihood x severity.</a:t>
            </a:r>
          </a:p>
          <a:p>
            <a:r>
              <a:t>2. 25.</a:t>
            </a:r>
          </a:p>
          <a:p>
            <a:r>
              <a:t>3. Any three: the risk, who/what is harmed and how, mitigations, owner, due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Agile.</a:t>
            </a:r>
          </a:p>
          <a:p>
            <a:r>
              <a:t>2. Changes late in the project are costly.</a:t>
            </a:r>
          </a:p>
          <a:p>
            <a:r>
              <a:t>3. When requirements are clear and unlikely to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1 of the Employer Set Project asks students to produce a Gantt chart, so give this plenty of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Tasks as bars on a timeline.</a:t>
            </a:r>
          </a:p>
          <a:p>
            <a:r>
              <a:t>2. The shortest possible length of the project.</a:t>
            </a:r>
          </a:p>
          <a:p>
            <a:r>
              <a:t>3. E.g. To do, Doing,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Time a task can slip without delaying the project.</a:t>
            </a:r>
          </a:p>
          <a:p>
            <a:r>
              <a:t>2. The whole project is delayed.</a:t>
            </a:r>
          </a:p>
          <a:p>
            <a:r>
              <a:t>3. Each task's duration and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Project Management and Risk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2.8, 2.9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Build and interpret a 5 by 5 risk matrix.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what risk assessment documentation should record.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Waterfall and Agile project methodologies.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Interpret and draw Gantt, PERT, Kanban, precedence and critical path diagrams.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are installing 30 new PCs in a school over half term. What could go wrong? Which of those risks worries you most?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5 by 5 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A risk matrix puts a number on how serious a risk is, so you can decide what to deal with first.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Rate the likelihood from 1 (improbable) to 5 (frequent) and the severity from 1 (negligible) to 5 (catastrophic). Multiply them to get a risk score from 1 to 25.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High scores (often 15 and above) need action straight away. Medium scores need controls and monitoring. Low scores may be accepted.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A risk assessment then records the risk, who or what could be harmed and how, existing and further mitigations, who is responsible and a due date.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Server room overheating: likelihood 3 (occasional) x severity 4 (critical) = 12. Mitigation: add a temperature alarm and a second air-conditioning unit.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5 by 5 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2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5999"/>
                <a:gridCol w="1584916"/>
                <a:gridCol w="1584916"/>
                <a:gridCol w="1584916"/>
                <a:gridCol w="1584916"/>
                <a:gridCol w="1828749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Likelihood \ Severity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Negligible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Marginal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Catastrophic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Frequent (5)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Probable (4)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Occasional (3)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Remote (2)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Improbable (1)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Risk score = likelihood x severity. Higher scores need action first.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The 5 by 5 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is a risk score calculated?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the highest possible score?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Name three things a risk assessment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 assessment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 description of the risk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Who or what could be harmed, and how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Mitigations already in place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Further mitigation needed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Who is responsible, and the due 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Risk assessments exist to ensure continuity of service, health and safety, and regulatory compliance.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Waterfall and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Waterfall runs a project in fixed stages: requirements, design, build, test, deploy. Each stage is finished and signed off before the next begins. It's easy to plan and cost, and produces thorough documentation, but changes late on are expensive.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Agile delivers the project in short iterations (often two-week sprints). Each one produces a working piece that the customer reviews, and requirements can change as you learn. It copes well with change, but the final cost and date are harder to predict.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Choose Waterfall when requirements are clear and fixed; choose Agile when they're likely to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Installing cabling in a new building: Waterfall, because the plans are fixed. Building a new staff self-service portal: Agile, because users will want changes once they try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Waterfall and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Waterfall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Linear stages completed in order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Requirements fixed at the start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Easy to plan, budget and document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Hard to change once a stage is finished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Suits projects with clear, stable requirements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Agile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Short iterations delivering working pieces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Requirements evolve with feedback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Frequent contact with the customer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Harder to predict final cost and date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Suits projects where needs will change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Waterfall and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methodology delivers in short iterations?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drawback of Waterfall.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When is Waterfall a good choice?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Project management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Gantt charts show each task as a bar on a timeline, so you can see what happens when and what overlaps. They're easy to read and great for progress meetings.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A precedence table lists each task, its duration and which tasks must finish before it can start.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Critical Path Analysis (CPA) uses those dependencies to find the longest chain of tasks. That chain sets the shortest possible project length.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PERT charts show tasks as a network and use optimistic, likely and pessimistic time estimates.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Kanban boards move task cards through columns such as To do, Doing and Done.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Rolling out 30 PCs: the Gantt chart shows imaging runs alongside desk installation, while the critical path runs through ordering, imaging, installing and testing.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Project management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Gantt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Bars on a timeline showing when each task starts and 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PERT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Network of tasks with optimistic, likely and pessimistic time estimates.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Precedence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Lists each task and the tasks that must finish before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Kanban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Board of cards moving through columns such as To do, Doing, Done.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Critical Path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Finds the longest chain of dependent tasks: the shortest possible project length.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Project management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a Gantt chart show?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the critical path determine?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columns might a Kanban board have?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Finding the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The critical path is the longest route through a project's dependent tasks.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First, build a precedence table with every task, its duration and what must finish first. Then draw the tasks as a network in dependency order and add up the duration along every route from start to finish.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The longest total is the critical path. Any delay to a task on it delays the whole project.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Tasks off the critical path have float: spare time they can slip without delaying the finish. Managers watch critical tasks most closely.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Route A: order kit (5) + image PCs (3) + install (2) + test (1) = 11 days. Route B: remove old PCs (1) + fit desks (2) + install (2) + test (1) = 6 days. Route A is critical; route B has float.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Finding the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List every task with its duration and dependencies (a precedence table).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Draw the tasks as a network in dependency order.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Add up the duration along every route from start to finish.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The longest route is the critical path.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 delay to any task on it delays the whole project.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Tasks not on the critical path have float: spare time they can slip without delaying the finish.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Finding the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float?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happens if a critical task is late?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 you need before you can find the critical path?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A risk is 'probable' and 'critical'. What is its score?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three things a risk assessment should record.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methodology suits a project whose requirements will change?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Gantt chart show?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happens if a task on the critical path is delayed?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A risk is 'probable' and 'critical'. What is its score?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4 x 4 = 16.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54595D"/>
                </a:solidFill>
                <a:latin typeface="Calibri"/>
              </a:rPr>
              <a:t>Name three things a risk assessment should record.</a:t>
            </a:r>
          </a:p>
          <a:p>
            <a:r>
              <a:rPr sz="1600" b="1">
                <a:solidFill>
                  <a:srgbClr val="03306E"/>
                </a:solidFill>
                <a:latin typeface="Calibri"/>
              </a:rPr>
              <a:t>Any three of: description, who/what could be harmed, how, existing mitigations, further mitigation, owner, due date.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methodology suits a project whose requirements will change?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Agile.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Gantt chart show?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When each task starts and finishes on a timeline.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happens if a task on the critical path is delayed?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whole project is delayed.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Plan the PC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Tasks: order kit (5 days), image PCs (3), remove old PCs (1), install desks and cabling (2), install new PCs (2), test (1).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Build a precedence table for the tasks.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Draw a Gantt chart and find the critical path.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Score the three biggest risks on the 5 by 5 matrix.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Dependencies are realistic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Gantt chart is to scale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Critical path identified with its total length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risk has a mitigation and an owner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highest possible score on a 5 by 5 matrix?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drawback of Waterfall.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does float mean in critical path analysis?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Digital Support and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 and Risk Assessment</dc:title>
  <dc:subject>Digital Support and Security T Level: Core Paper 1</dc:subject>
  <dc:creator>Samuel O'Connell</dc:creator>
  <cp:keywords>T Level; Digital Support and Security; lesson slides; 2.8, 2.9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