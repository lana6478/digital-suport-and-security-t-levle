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Simulations are usually Cisco Packet Tracer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 small network with a wrong gateway, a wrong subnet mask and a shut-down switch 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The Employer Set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Employer Set Project, all pathways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weighting and conditions of the Employer Set Project.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what happens in the pre-task and in each assessed task.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the three ESP pathways.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Plan how to prepare for each task.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The ESP is worth 20% of your whole qualification. What do you think employers most want to see from you in a project like this?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What is the ESP?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Worth 40% of the core and 20% of the whole qualification.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Externally set, taken under supervised, controlled conditions.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Assesses the six core skills together, in one connected project.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Three pathways:</a:t>
            </a:r>
            <a:r>
              <a:rPr sz="2400" b="0">
                <a:solidFill>
                  <a:srgbClr val="202122"/>
                </a:solidFill>
                <a:latin typeface="Calibri"/>
              </a:rPr>
              <a:t> Digital Infrastructure and Network Cabling, Cyber Security, and Digital Support Technician.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Every task is linked to English, maths and digital competencies such as E4, M6 or D2. They show exactly which skills each task develops.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same shape for every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38201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575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Pre-task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34740"/>
            <a:ext cx="1734769" cy="205739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771900"/>
            <a:ext cx="1460449" cy="17830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Research the industry context. Not assessed.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28575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Task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634740"/>
            <a:ext cx="1734769" cy="205739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3771900"/>
            <a:ext cx="1460449" cy="17830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Plan the project: Gantt chart, resource and cost plan, rationale.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28575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Task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634740"/>
            <a:ext cx="1734769" cy="205739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3771900"/>
            <a:ext cx="1460449" cy="17830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Find and fix defects in a simulation or support tickets.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28575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Task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634740"/>
            <a:ext cx="1734769" cy="205739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3771900"/>
            <a:ext cx="1460449" cy="17830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Design a solution for a client and a third party.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28575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Task 4a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634740"/>
            <a:ext cx="1734769" cy="205739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3771900"/>
            <a:ext cx="1460449" cy="17830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Develop the solution: robust, secure, organised, user-friendly.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28575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Task 4b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634740"/>
            <a:ext cx="1734769" cy="205739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3771900"/>
            <a:ext cx="1460449" cy="17830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Reflective evaluation against the brief.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three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034332"/>
                <a:gridCol w="4034332"/>
              </a:tblGrid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Pathway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Task 2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Task 3 design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Digital Infrastructure and Network Cabling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Fix defects in a network simulation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Network diagram with annotations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Cyber Security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Fix security defects in a network simulation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Layered security plan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Digital Support Technician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Support tickets plus a simulation, using root cause analysis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Needs analysis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What Task 4a looks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Robustness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Resilience and redundancy: backups, fallbacks, 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Anti-malware and firewall configuration, user roles and permissions, hardening, air gaps.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Organisation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Server configuration, node deployment, media, subnetting.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User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End-user devices, connections, back-end systems, access and availability.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How to prepare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Practise Gantt charts and cost plans until they are quick.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Get fluent in Packet Tracer:</a:t>
            </a:r>
            <a:r>
              <a:rPr sz="2400" b="0">
                <a:solidFill>
                  <a:srgbClr val="202122"/>
                </a:solidFill>
                <a:latin typeface="Calibri"/>
              </a:rPr>
              <a:t> ping, tracert, device configuration, subnetting.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Practise structured troubleshooting and documenting each test.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Practise drawing clear network diagrams with correct symbols and IP addresses.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Write reflections using a model such as Gibbs.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Document as you go. Marks come from the evidence you record, not just from fixing the fault.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percentage of the total qualification is the ESP?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two planning documents does Task 1 require, apart from the rationale?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the Cyber Security pathway produce in Task 3?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the four considerations in Task 4a.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percentage of the total qualification is the ESP?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20%.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two planning documents does Task 1 require, apart from the rationale?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Gantt chart and a resource and cost plan.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the Cyber Security pathway produce in Task 3?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security plan.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the four considerations in Task 4a.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Robustness, security, organisation and user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Mini ESP: Task 2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Employer 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40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Open the practice Packet Tracer file from your teacher, which contains three faults.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ping and tracert to locate each fault.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Fix each one and record the test before and after.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two sentences explaining each root cause.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three faults found and fixed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Each test is recorded with expected and actual results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Root causes explained clearly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ESP task do you feel least ready for?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evidence should you record in Task 2?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thing to include in a reflective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Employer Set Projects (ESP)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https://lana6478.github.io/Digital-Suport-and-security-T-levle/#/01-core-component/03-employer-set-projects.md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Employer Set Project</dc:title>
  <dc:subject>Digital Support and Security T Level: Core Component</dc:subject>
  <dc:creator>Samuel O'Connell</dc:creator>
  <cp:keywords>T Level; Digital Support and Security; lesson slides; Employer Set Project, all pathways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