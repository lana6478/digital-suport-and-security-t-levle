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Using two or more types of proof to log in.</a:t>
            </a:r>
          </a:p>
          <a:p>
            <a:r>
              <a:t>2. Keeping a system physically disconnected from other networks.</a:t>
            </a:r>
          </a:p>
          <a:p>
            <a:r>
              <a:t>3. To find weaknesses before attackers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Splitting a network so problems can't spread between parts.</a:t>
            </a:r>
          </a:p>
          <a:p>
            <a:r>
              <a:t>2. To find and close ports attackers could use.</a:t>
            </a:r>
          </a:p>
          <a:p>
            <a:r>
              <a:t>3. Any two: direction, traffic type, application, IP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properties reinforce each other rather than standing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Availability.</a:t>
            </a:r>
          </a:p>
          <a:p>
            <a:r>
              <a:t>2. Data is accurate and hasn't been tampered with.</a:t>
            </a:r>
          </a:p>
          <a:p>
            <a:r>
              <a:t>3. Access control and encryption.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Authentication.</a:t>
            </a:r>
          </a:p>
          <a:p>
            <a:r>
              <a:t>2. Authorisation.</a:t>
            </a:r>
          </a:p>
          <a:p>
            <a:r>
              <a:t>3. Actions can't be traced to one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Threat Mitigation, the CIA Triad and IAAA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8.3, 8.4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a range of threat mitigation techniques.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internet security processes such as firewall rules and network segregation.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confidentiality, integrity and availability reinforce each other.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four stages of the IAAA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Your bank app asks for your password and then a code from a text message. Why does it bother with both?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Threat mitigation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1800" b="0">
                <a:solidFill>
                  <a:srgbClr val="202122"/>
                </a:solidFill>
                <a:latin typeface="Calibri"/>
              </a:rPr>
              <a:t>Mitigation means reducing the chance or impact of a threat. Layering several techniques gives defence in depth.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202122"/>
                </a:solidFill>
                <a:latin typeface="Calibri"/>
              </a:rPr>
              <a:t>Protect devices with security settings, anti-malware, device hardening and regular software, firmware and driver updates.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202122"/>
                </a:solidFill>
                <a:latin typeface="Calibri"/>
              </a:rPr>
              <a:t>Control access with user access policies, software access control, multi-factor authentication and password managers.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202122"/>
                </a:solidFill>
                <a:latin typeface="Calibri"/>
              </a:rPr>
              <a:t>Protect data with encryption (hashing, symmetric and asymmetric) and backups (full, incremental or differential), stored safely.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202122"/>
                </a:solidFill>
                <a:latin typeface="Calibri"/>
              </a:rPr>
              <a:t>Protect networks with intrusion detection, VPNs, air gaps and certified APIs. Vet and train staff, and test defences with port scanning and ethical penetration testing.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firm with MFA, patched laptops and offline backups shrugs off a phishing attack that steals one password: the attacker can't log in without the second factor.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Threat mitigation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Protect 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Security settings, anti-malware, device hardening, updates to software, firmware and drivers.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Control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User access policies, software access control, MFA, password managers.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Protect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Encryption (hashing, symmetric, asymmetric) and full, incremental or differential backups.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Protect networks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Intrusion detection, VPNs, air gaps, API certification.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Staff vetting and training.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Port scanning and penetration testing (ethical hacking).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Threat mitigation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multi-factor authentication?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an air gap?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test defences with penetration testing?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Internet security processes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A firewall controls traffic between networks using rules. Rules can filter inbound and outbound traffic, by traffic type, by application, and by IP address.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Network segregation splits a network so an attack in one part can't spread. It can be virtual (VLANs), physical (separate hardware) or offline (air-gapped).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Network monitoring watches traffic for unusual activity, such as a PC suddenly sending huge amounts of data.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Port scanning checks which ports are open, so unneeded ones can be closed before attackers find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school separates staff, student and CCTV networks with VLANs. A student's infected laptop can't reach the staff file server.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Internet security processes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Firewall configuration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Inbound and outbound rules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Traffic type rules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Application rules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IP address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Network protection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Segregation: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virtual, physical or offline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Network monitoring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Port scanning to find open ports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Internet security processes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network segregation?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scan your own ports?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two things firewall rules can filter by.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CIA triad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40"/>
              </a:spcAft>
            </a:pPr>
            <a:r>
              <a:rPr sz="1900" b="0">
                <a:solidFill>
                  <a:srgbClr val="202122"/>
                </a:solidFill>
                <a:latin typeface="Calibri"/>
              </a:rPr>
              <a:t>The CIA triad is the three goals of information security.</a:t>
            </a:r>
          </a:p>
          <a:p>
            <a:pPr>
              <a:spcAft>
                <a:spcPts val="1140"/>
              </a:spcAft>
            </a:pPr>
            <a:r>
              <a:rPr sz="1900" b="1">
                <a:solidFill>
                  <a:srgbClr val="202122"/>
                </a:solidFill>
                <a:latin typeface="Calibri"/>
              </a:rPr>
              <a:t>Confidentiality:</a:t>
            </a:r>
            <a:r>
              <a:rPr sz="1900" b="0">
                <a:solidFill>
                  <a:srgbClr val="202122"/>
                </a:solidFill>
                <a:latin typeface="Calibri"/>
              </a:rPr>
              <a:t> only authorised people can access data. Achieved with access control and encryption.</a:t>
            </a:r>
          </a:p>
          <a:p>
            <a:pPr>
              <a:spcAft>
                <a:spcPts val="1140"/>
              </a:spcAft>
            </a:pPr>
            <a:r>
              <a:rPr sz="1900" b="1">
                <a:solidFill>
                  <a:srgbClr val="202122"/>
                </a:solidFill>
                <a:latin typeface="Calibri"/>
              </a:rPr>
              <a:t>Integrity:</a:t>
            </a:r>
            <a:r>
              <a:rPr sz="1900" b="0">
                <a:solidFill>
                  <a:srgbClr val="202122"/>
                </a:solidFill>
                <a:latin typeface="Calibri"/>
              </a:rPr>
              <a:t> data is accurate and hasn't been tampered with. Achieved with permissions, hashing and audit logs. Keeping data confidential helps protect its integrity.</a:t>
            </a:r>
          </a:p>
          <a:p>
            <a:pPr>
              <a:spcAft>
                <a:spcPts val="1140"/>
              </a:spcAft>
            </a:pPr>
            <a:r>
              <a:rPr sz="1900" b="1">
                <a:solidFill>
                  <a:srgbClr val="202122"/>
                </a:solidFill>
                <a:latin typeface="Calibri"/>
              </a:rPr>
              <a:t>Availability:</a:t>
            </a:r>
            <a:r>
              <a:rPr sz="1900" b="0">
                <a:solidFill>
                  <a:srgbClr val="202122"/>
                </a:solidFill>
                <a:latin typeface="Calibri"/>
              </a:rPr>
              <a:t> data and systems are there when needed. Achieved with backups, redundancy and protection against DoS attacks. Intact data is what makes availability useful.</a:t>
            </a:r>
          </a:p>
          <a:p>
            <a:pPr>
              <a:spcAft>
                <a:spcPts val="1140"/>
              </a:spcAft>
            </a:pPr>
            <a:r>
              <a:rPr sz="1900" b="0">
                <a:solidFill>
                  <a:srgbClr val="202122"/>
                </a:solidFill>
                <a:latin typeface="Calibri"/>
              </a:rPr>
              <a:t>The three support each other; weakening one usually weakens the others.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Ransomware hits all three: attackers can read files (confidentiality), encrypt them (integrity) and lock staff out (availability).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CIA triad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Controlling who can access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Integrity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Making sure data has not been tampered with. Partly achieved by keeping it confidential.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Availability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Making sure data is accessible and usable when needed. Partly achieved by maintaining integrity.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The CIA triad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part of the triad does a DDoS attack target?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integrity mean?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is confidentiality usually protected?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IAAA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40"/>
              </a:spcAft>
            </a:pPr>
            <a:r>
              <a:rPr sz="1900" b="0">
                <a:solidFill>
                  <a:srgbClr val="202122"/>
                </a:solidFill>
                <a:latin typeface="Calibri"/>
              </a:rPr>
              <a:t>IAAA describes how a system controls who does what.</a:t>
            </a:r>
          </a:p>
          <a:p>
            <a:pPr>
              <a:spcAft>
                <a:spcPts val="1140"/>
              </a:spcAft>
            </a:pPr>
            <a:r>
              <a:rPr sz="1900" b="1">
                <a:solidFill>
                  <a:srgbClr val="202122"/>
                </a:solidFill>
                <a:latin typeface="Calibri"/>
              </a:rPr>
              <a:t>Identification:</a:t>
            </a:r>
            <a:r>
              <a:rPr sz="1900" b="0">
                <a:solidFill>
                  <a:srgbClr val="202122"/>
                </a:solidFill>
                <a:latin typeface="Calibri"/>
              </a:rPr>
              <a:t> the user claims an identity, using something they know (a username), have (a card) or are (a fingerprint).</a:t>
            </a:r>
          </a:p>
          <a:p>
            <a:pPr>
              <a:spcAft>
                <a:spcPts val="1140"/>
              </a:spcAft>
            </a:pPr>
            <a:r>
              <a:rPr sz="1900" b="1">
                <a:solidFill>
                  <a:srgbClr val="202122"/>
                </a:solidFill>
                <a:latin typeface="Calibri"/>
              </a:rPr>
              <a:t>Authentication:</a:t>
            </a:r>
            <a:r>
              <a:rPr sz="1900" b="0">
                <a:solidFill>
                  <a:srgbClr val="202122"/>
                </a:solidFill>
                <a:latin typeface="Calibri"/>
              </a:rPr>
              <a:t> the system checks the claim, using a password, passphrase, biometrics or multi-factor authentication.</a:t>
            </a:r>
          </a:p>
          <a:p>
            <a:pPr>
              <a:spcAft>
                <a:spcPts val="1140"/>
              </a:spcAft>
            </a:pPr>
            <a:r>
              <a:rPr sz="1900" b="1">
                <a:solidFill>
                  <a:srgbClr val="202122"/>
                </a:solidFill>
                <a:latin typeface="Calibri"/>
              </a:rPr>
              <a:t>Authorisation:</a:t>
            </a:r>
            <a:r>
              <a:rPr sz="1900" b="0">
                <a:solidFill>
                  <a:srgbClr val="202122"/>
                </a:solidFill>
                <a:latin typeface="Calibri"/>
              </a:rPr>
              <a:t> the system decides what that user may access, using role-based access or access control lists.</a:t>
            </a:r>
          </a:p>
          <a:p>
            <a:pPr>
              <a:spcAft>
                <a:spcPts val="1140"/>
              </a:spcAft>
            </a:pPr>
            <a:r>
              <a:rPr sz="1900" b="1">
                <a:solidFill>
                  <a:srgbClr val="202122"/>
                </a:solidFill>
                <a:latin typeface="Calibri"/>
              </a:rPr>
              <a:t>Accountability:</a:t>
            </a:r>
            <a:r>
              <a:rPr sz="1900" b="0">
                <a:solidFill>
                  <a:srgbClr val="202122"/>
                </a:solidFill>
                <a:latin typeface="Calibri"/>
              </a:rPr>
              <a:t> actions are recorded in audit logs so they can be traced back to the user. Shared accounts break accountability, because you can't tell who did what.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Logging in to the school network: typing your username (identification), entering your password (authentication), seeing only your folders (authorisation), and your file changes being logged (accountability).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IAAA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65633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Recognise who someone claims to be: username, card, or biometric.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Authentication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Verify that claim: password, MFA or biometrics.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Authorisation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Allow only what they are permitted: role-based access, access control lists.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Accountability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Trace actions back to the user: audit logs and activity monitoring.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The IAAA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IAAA stage checks a claimed identity?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stage decides what a user can access?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do shared accounts break accountability?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are the three types of encryption named in the specification?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an air gap?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part of the CIA triad is breached if data is altered without permission?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IAAA stage checks what a logged-in user is allowed to do?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How does an audit log support accountability?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are the three types of encryption named in the specification?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Hashing, symmetric and asymmetric.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an air gap?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Physically isolating a system from other networks.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part of the CIA triad is breached if data is altered without permission?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Integrity.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IAAA stage checks what a logged-in user is allowed to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Authorisation.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How does an audit log support accountability?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It records actions so they can be traced to a user.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Defend the small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 Mitigation, the CIA Triad and IAAA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20-person accountancy firm has one server, shared Wi-Fi, no backups and a shared admin password.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five threats to the business.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mitigation for each and link it to C, I or A.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Design a simple IAAA process for staff logging in to the server.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mitigation matches its threat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CIA links are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four IAAA stages included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example of multi-factor authentication.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CIA property does a DDoS attack target?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a shared admin password bad for accountability?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Threat Mitigation, the CIA Triad and IAAA</dc:title>
  <dc:subject>Digital Support and Security T Level: Core Paper 2</dc:subject>
  <dc:creator>Samuel O'Connell</dc:creator>
  <cp:keywords>T Level; Digital Support and Security; lesson slides; 8.3, 8.4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