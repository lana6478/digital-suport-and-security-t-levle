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be able to judge how these technologies interrelate, e.g. AI plus drones plus IoT.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Emerging Issues and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6.1, 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digital technology affects organisational culture and society.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digital inclusion and the characteristics that affect 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Evaluate the impact of emerging technologies on organisations, individuals and society.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Name one job that did not exist ten years ago, and one that might disappear in the next ten.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Impact of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On organisational culture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New ways of communicating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Higher expectations of productivity and availability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More monitoring of staff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Remote, hybrid and in-office working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Automation, including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On society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Job losses and changing skills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Less human decision-making and empathy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1">
                <a:solidFill>
                  <a:srgbClr val="202122"/>
                </a:solidFill>
                <a:latin typeface="Calibri"/>
              </a:rPr>
              <a:t>Privacy:</a:t>
            </a:r>
            <a:r>
              <a:rPr sz="1900" b="0">
                <a:solidFill>
                  <a:srgbClr val="202122"/>
                </a:solidFill>
                <a:latin typeface="Calibri"/>
              </a:rPr>
              <a:t> digital footprint and surveillance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Digital isolation for some; better access to information for others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Generative AI and globalisation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Digital inclusion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Fair access needs suitable hardware, software and connectivity.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Follow best-practice codes and public sector accessibility regulations.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Consider age, digital and literacy skills, internal or external audience.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Consider cultural issues, including bias built into digital systems.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Consider additional and accessibility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Professional development keeps you competent, employable and up to date with standards as technology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Emerging technologies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Storage and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Growing demand for storage; quantum computing could solve problems classical computers cannot.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Internet of Things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Edge computing, extra network load, industrial, smart city and home uses.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Generative AI and machine learning.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Extended reality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Augmented and virtual reality for training, design and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Emerging technologies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Free to use and change, with community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Blockchain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Tamper-resistant shared ledgers.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3D printing and drones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New ways to make and deliver things.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Autonomous machines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Self-driving cars and robotic assembly.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Environmental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Rare metals, energy use and disposal.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ways digital technology has changed organisational culture.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digital isolation?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edge computing?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environmental impact of emerging technology.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ways digital technology has changed organisational culture.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two, e.g. remote working, staff monitoring, automation.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digital isolation?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Being left out because of a lack of skills, equipment, connectivity or resistance to 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edge computing?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Processing data close to where it is collected, e.g. on IoT devices, rather than in a central data centre.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environmental impact of emerging technology.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Rare metal use, energy consumption or disposal.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Tech pitch and critique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Emerging Issues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Each group is given one emerging technology.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Prepare a one-minute pitch on its benefits to organisations.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Another group responds with its risks to individuals and society.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class votes on whether benefits outweigh risks.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Covers organisations, individuals and society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Considers inclusion and the environment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Uses real examples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emerging technology will most affect IT support jobs?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characteristic that affects digital inclusion.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does professional development matter in this industry?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Emerging Issues and Technologies</dc:title>
  <dc:subject>Digital Support and Security T Level: Core Paper 2</dc:subject>
  <dc:creator>Samuel O'Connell</dc:creator>
  <cp:keywords>T Level; Digital Support and Security; lesson slides; 6.1, 6.2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