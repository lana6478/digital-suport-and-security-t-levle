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should be able to judge how these technologies interrelate, e.g. AI plus drones plus IoT.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a few minutes to answer on mini whiteboards or paper, then reveal the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through any answers the class found difficult.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answer on a sticky note or in the chat before leaving.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1005840"/>
            <a:ext cx="3291840" cy="3291840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9966960" y="3200400"/>
            <a:ext cx="2377440" cy="23774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138160" y="4023360"/>
            <a:ext cx="1371600" cy="1371600"/>
          </a:xfrm>
          <a:prstGeom prst="ellipse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F2B705"/>
                </a:solidFill>
                <a:latin typeface="Calibri"/>
              </a:rPr>
              <a:t>CORE COMPONENT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315200" cy="228600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Emerging Issues and Technologies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A9C8F0"/>
                </a:solidFill>
                <a:latin typeface="Calibri"/>
              </a:rPr>
              <a:t>Core Paper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A9C8F0"/>
                </a:solidFill>
                <a:latin typeface="Calibri"/>
              </a:rPr>
              <a:t>Specification reference: 6.1, 6.2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7498079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Digital Support and Security T Level  ·  Lesson slides</a:t>
            </a:r>
          </a:p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Unofficial teaching resource. Check the official Pearson specification for assessment detail.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Emerging Issues and Technologies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By the end of this lesson you should be able to: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4028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011680"/>
            <a:ext cx="6035040" cy="9144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Explain how digital technology affects organisational culture and society.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9184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063240"/>
            <a:ext cx="6035040" cy="9144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Describe digital inclusion and the characteristics that affect it.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434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114800"/>
            <a:ext cx="6035040" cy="9144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Evaluate the impact of emerging technologies on organisations, individuals and society.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150876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STARTER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2194560"/>
            <a:ext cx="3291840" cy="3657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03306E"/>
                </a:solidFill>
                <a:latin typeface="Cambria"/>
              </a:rPr>
              <a:t>Name one job that did not exist ten years ago, and one that might disappear in the next ten. Why?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Impact of digital 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Emerging Issues and Technologies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On organisational culture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59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New ways of communicating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Higher expectations of productivity and availability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More monitoring of staff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Remote, hybrid and in-office working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Automation, including 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07327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On society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855"/>
              </a:spcAft>
              <a:buClr>
                <a:srgbClr val="0645AD"/>
              </a:buClr>
              <a:buFont typeface="Arial"/>
              <a:buChar char="•"/>
            </a:pPr>
            <a:r>
              <a:rPr sz="1900" b="0">
                <a:solidFill>
                  <a:srgbClr val="202122"/>
                </a:solidFill>
                <a:latin typeface="Calibri"/>
              </a:rPr>
              <a:t>Job losses and changing skills</a:t>
            </a:r>
          </a:p>
          <a:p>
            <a:pPr marL="274320" indent="-274320">
              <a:spcAft>
                <a:spcPts val="855"/>
              </a:spcAft>
              <a:buClr>
                <a:srgbClr val="0645AD"/>
              </a:buClr>
              <a:buFont typeface="Arial"/>
              <a:buChar char="•"/>
            </a:pPr>
            <a:r>
              <a:rPr sz="1900" b="0">
                <a:solidFill>
                  <a:srgbClr val="202122"/>
                </a:solidFill>
                <a:latin typeface="Calibri"/>
              </a:rPr>
              <a:t>Less human decision-making and empathy</a:t>
            </a:r>
          </a:p>
          <a:p>
            <a:pPr marL="274320" indent="-274320">
              <a:spcAft>
                <a:spcPts val="855"/>
              </a:spcAft>
              <a:buClr>
                <a:srgbClr val="0645AD"/>
              </a:buClr>
              <a:buFont typeface="Arial"/>
              <a:buChar char="•"/>
            </a:pPr>
            <a:r>
              <a:rPr sz="1900" b="1">
                <a:solidFill>
                  <a:srgbClr val="202122"/>
                </a:solidFill>
                <a:latin typeface="Calibri"/>
              </a:rPr>
              <a:t>Privacy:</a:t>
            </a:r>
            <a:r>
              <a:rPr sz="1900" b="0">
                <a:solidFill>
                  <a:srgbClr val="202122"/>
                </a:solidFill>
                <a:latin typeface="Calibri"/>
              </a:rPr>
              <a:t> digital footprint and surveillance</a:t>
            </a:r>
          </a:p>
          <a:p>
            <a:pPr marL="274320" indent="-274320">
              <a:spcAft>
                <a:spcPts val="855"/>
              </a:spcAft>
              <a:buClr>
                <a:srgbClr val="0645AD"/>
              </a:buClr>
              <a:buFont typeface="Arial"/>
              <a:buChar char="•"/>
            </a:pPr>
            <a:r>
              <a:rPr sz="1900" b="0">
                <a:solidFill>
                  <a:srgbClr val="202122"/>
                </a:solidFill>
                <a:latin typeface="Calibri"/>
              </a:rPr>
              <a:t>Digital isolation for some; better access to information for others</a:t>
            </a:r>
          </a:p>
          <a:p>
            <a:pPr marL="274320" indent="-274320">
              <a:spcAft>
                <a:spcPts val="855"/>
              </a:spcAft>
              <a:buClr>
                <a:srgbClr val="0645AD"/>
              </a:buClr>
              <a:buFont typeface="Arial"/>
              <a:buChar char="•"/>
            </a:pPr>
            <a:r>
              <a:rPr sz="1900" b="0">
                <a:solidFill>
                  <a:srgbClr val="202122"/>
                </a:solidFill>
                <a:latin typeface="Calibri"/>
              </a:rPr>
              <a:t>Generative AI and globalisation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Digital inclusion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Emerging Issues and Technologies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66751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0">
                <a:solidFill>
                  <a:srgbClr val="202122"/>
                </a:solidFill>
                <a:latin typeface="Calibri"/>
              </a:rPr>
              <a:t>Fair access needs suitable hardware, software and connectivity.</a:t>
            </a:r>
          </a:p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0">
                <a:solidFill>
                  <a:srgbClr val="202122"/>
                </a:solidFill>
                <a:latin typeface="Calibri"/>
              </a:rPr>
              <a:t>Follow best-practice codes and public sector accessibility regulations.</a:t>
            </a:r>
          </a:p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0">
                <a:solidFill>
                  <a:srgbClr val="202122"/>
                </a:solidFill>
                <a:latin typeface="Calibri"/>
              </a:rPr>
              <a:t>Consider age, digital and literacy skills, internal or external audience.</a:t>
            </a:r>
          </a:p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0">
                <a:solidFill>
                  <a:srgbClr val="202122"/>
                </a:solidFill>
                <a:latin typeface="Calibri"/>
              </a:rPr>
              <a:t>Consider cultural issues, including bias built into digital systems.</a:t>
            </a:r>
          </a:p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0">
                <a:solidFill>
                  <a:srgbClr val="202122"/>
                </a:solidFill>
                <a:latin typeface="Calibri"/>
              </a:rPr>
              <a:t>Consider additional and accessibility needs.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600200"/>
            <a:ext cx="3867912" cy="4434840"/>
          </a:xfrm>
          <a:prstGeom prst="roundRect">
            <a:avLst>
              <a:gd name="adj" fmla="val 8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046720" y="1874519"/>
            <a:ext cx="548640" cy="5486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60604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KEY 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3017520"/>
            <a:ext cx="3291840" cy="2926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FFFFFF"/>
                </a:solidFill>
                <a:latin typeface="Cambria"/>
              </a:rPr>
              <a:t>Professional development keeps you competent, employable and up to date with standards as technology changes.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Emerging technologies (1)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Emerging Issues and Technologies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Storage and processing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Growing demand for storage; quantum computing could solve problems classical computers cannot.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6461607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5967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Internet of Things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1607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Edge computing, extra network load, industrial, smart city and home uses.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Artificial intelligence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Generative AI and machine learning.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6461607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5967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Extended reality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1607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Augmented and virtual reality for training, design and support.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Emerging technologies (2)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Emerging Issues and Technologies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Open source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Free to use and change, with community support.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8218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4566818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1178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Blockchain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6818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Tamper-resistant shared ledgers.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7796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356396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50756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600" b="1" i="0">
                <a:solidFill>
                  <a:srgbClr val="03306E"/>
                </a:solidFill>
                <a:latin typeface="Calibri"/>
              </a:rPr>
              <a:t>3D printing and drones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New ways to make and deliver things.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Autonomous machines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Self-driving cars and robotic assembly.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38218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4566818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1178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800" b="1" i="0">
                <a:solidFill>
                  <a:srgbClr val="03306E"/>
                </a:solidFill>
                <a:latin typeface="Calibri"/>
              </a:rPr>
              <a:t>Environmental impact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6818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Rare metals, energy use and disposal.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Emerging Issues and Technologies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7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Give two ways digital technology has changed organisational culture.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14066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95778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is digital isolation?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009644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91356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is edge computing?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205221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186933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Give one environmental impact of emerging technology.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Emerging Issues and Technologies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8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Give two ways digital technology has changed organisational culture.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Any two, e.g. remote working, staff monitoring, automation.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14066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95778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is digital isolation?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Being left out because of a lack of skills, equipment, connectivity or resistance to change.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009644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91356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is edge computing?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Processing data close to where it is collected, e.g. on IoT devices, rather than in a central data centre.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205221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186933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Give one environmental impact of emerging technology.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Rare metal use, energy consumption or disposal.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Activity: Tech pitch and critique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Emerging Issues and Technologies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400" b="1" i="0">
                <a:solidFill>
                  <a:srgbClr val="202122"/>
                </a:solidFill>
                <a:latin typeface="Calibri"/>
              </a:rPr>
              <a:t>25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50876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0" i="1">
                <a:solidFill>
                  <a:srgbClr val="54595D"/>
                </a:solidFill>
                <a:latin typeface="Calibri"/>
              </a:rPr>
              <a:t>Small groups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40280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Each group is given one emerging technology.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461004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18688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Prepare a one-minute pitch on its benefits to organisations.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439412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197096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Another group responds with its risks to individuals and society.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417820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175504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The class votes on whether benefits outweigh risks.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508760"/>
            <a:ext cx="3867912" cy="45720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SUCCESS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240280"/>
            <a:ext cx="3337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Covers organisations, individuals and society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Considers inclusion and the environment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Uses real examples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A9C8F0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Exit ticket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64592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Which emerging technology will most affect IT support jobs?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60604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Name one characteristic that affects digital inclusion.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56616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Why does professional development matter in this industry?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410712" cy="2926080"/>
          </a:xfrm>
          <a:prstGeom prst="roundRect">
            <a:avLst>
              <a:gd name="adj" fmla="val 8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503920" y="187451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REVISE THIS TOPIC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2860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Revision notes for this lesson are on the study wiki: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92608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Core Paper 2: Legislation, Business, Emerging Issues, Environments and Security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A9C8F0"/>
                </a:solidFill>
                <a:latin typeface="Calibri"/>
              </a:rPr>
              <a:t>https://lana6478.github.io/Digital-Suport-and-security-T-levle/#/01-core-component/02-core-paper-2.md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Emerging Issues and Technologies</dc:title>
  <dc:subject>Digital Support and Security T Level: Core Paper 2</dc:subject>
  <dc:creator>Samuel O'Connell</dc:creator>
  <cp:keywords>T Level; Digital Support and Security; lesson slides; 6.1, 6.2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