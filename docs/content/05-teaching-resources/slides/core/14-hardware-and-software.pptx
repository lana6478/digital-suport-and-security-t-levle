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Utilities maintain the computer; applications let users do their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Hardware and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7.1, 7.2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types of computer and their hardware components.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storage types, including RAID, NAS and SAN.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five operating system types.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common utility and application software.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smartwatch, a gaming PC and a server all contain a processor. How do you think their processors differ?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Personal computers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Desktops and laptops for individual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Mobile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Phones and tablets: low power, long battery life.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Servers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Provide services to many users; built for reliability.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Embedded devices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Computers inside other products, e.g. a washing machine.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Hardware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6550"/>
                <a:gridCol w="8117864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Key points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Processor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Cores, clock speed, cache; mobile processors trade speed for battery life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Main memory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RAM is volatile working memory; ROM holds start-up instructions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Motherboard and GPU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Connects everything; GPU handles graphics and parallel work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Network interfaces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Connected via PCI or USB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Cooling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Air or liquid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Input, output and sensors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Keyboards, displays, temperature and motion sensors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Secondary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Magnetic, solid state, optical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Hard disks are cheap per GB; SSDs are fast; optical discs are portable and cheap.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RAID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Mirroring: two identical copies. Survives one disk failure.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RAID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Striping with parity across three or more disks. Survives one disk failure.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RAID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Mirrors that are striped. Fast and resilient, but needs four or more disks.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NAS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Network attached storage: a file server box on the network.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Storage area network: a dedicated high-speed network of block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Operating system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077"/>
                <a:gridCol w="5160193"/>
                <a:gridCol w="3870144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 use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Non-interactive, high volume, scheduled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Overnight payroll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Multitasking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Concurrent running, time-slicing, interrupts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Desktop PCs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Real-time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Instant response for monitoring and control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Traffic lights, card payments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Resource sharing, user management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Windows Server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Low processing needs, long battery life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Android, iOS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Utility and application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Utilities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File management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Defragmenters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File compression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Package managers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Protection software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Backup software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Word processors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Spreadsheets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Databases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Email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Project management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type of memory is volatile?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RAID 1 do?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NAS and SAN?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OS type would control an aircraft's systems?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a defragmenter a utility or an application?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type of memory is volatile?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RAM.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RAID 1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Mirrors data onto two disks.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54595D"/>
                </a:solidFill>
                <a:latin typeface="Calibri"/>
              </a:rPr>
              <a:t>What is the difference between NAS and SAN?</a:t>
            </a:r>
          </a:p>
          <a:p>
            <a:r>
              <a:rPr sz="1600" b="1">
                <a:solidFill>
                  <a:srgbClr val="03306E"/>
                </a:solidFill>
                <a:latin typeface="Calibri"/>
              </a:rPr>
              <a:t>NAS is a file storage device on the network; SAN is a dedicated high-speed network of block storage.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OS type would control an aircraft's systems?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Real-time.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a defragmenter a utility or an application?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utility.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Spec a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teacher assigns a user: a video editor, a small office file server, or a warehouse scanner.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the computer type, processor, memory and storage.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an operating system type and three pieces of software.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Justify each choice against the user's needs.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Hardware matches the workload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RAID level justified for the server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OS type is appropriate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might a server use RAID 5?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makes a mobile OS different from a desktop OS?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two utility programs.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Legislation, Business, Emerging Issues,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and Software</dc:title>
  <dc:subject>Digital Support and Security T Level: Core Paper 2</dc:subject>
  <dc:creator>Samuel O'Connell</dc:creator>
  <cp:keywords>T Level; Digital Support and Security; lesson slides; 7.1, 7.2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