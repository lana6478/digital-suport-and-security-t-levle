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SMARTER: specific, measurable, achievable, realistic, time-bound, evaluated, reviewed.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Technical Change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internal and external triggers for change.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how organisations respond to change.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stages of the change management process, including the role of the CAB.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Assess the feasibility of a digital project.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Your college is moving all its files to the cloud next month. Who needs to know? What could go wrong?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Triggers for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Internal triggers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Restructuring, expansion or downsizing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1">
                <a:solidFill>
                  <a:srgbClr val="202122"/>
                </a:solidFill>
                <a:latin typeface="Calibri"/>
              </a:rPr>
              <a:t>New strategic objectives:</a:t>
            </a:r>
            <a:r>
              <a:rPr sz="2000" b="0">
                <a:solidFill>
                  <a:srgbClr val="202122"/>
                </a:solidFill>
                <a:latin typeface="Calibri"/>
              </a:rPr>
              <a:t> diversification, rebranding, new features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1">
                <a:solidFill>
                  <a:srgbClr val="202122"/>
                </a:solidFill>
                <a:latin typeface="Calibri"/>
              </a:rPr>
              <a:t>Crises:</a:t>
            </a:r>
            <a:r>
              <a:rPr sz="2000" b="0">
                <a:solidFill>
                  <a:srgbClr val="202122"/>
                </a:solidFill>
                <a:latin typeface="Calibri"/>
              </a:rPr>
              <a:t> natural disasters, terrorism, cyber attacks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System failure or data corruption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External triggers (PESTLE)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Political:</a:t>
            </a:r>
            <a:r>
              <a:rPr sz="1800" b="0">
                <a:solidFill>
                  <a:srgbClr val="202122"/>
                </a:solidFill>
                <a:latin typeface="Calibri"/>
              </a:rPr>
              <a:t> new government, conflict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Economic:</a:t>
            </a:r>
            <a:r>
              <a:rPr sz="1800" b="0">
                <a:solidFill>
                  <a:srgbClr val="202122"/>
                </a:solidFill>
                <a:latin typeface="Calibri"/>
              </a:rPr>
              <a:t> recession, inflation, competitors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Social:</a:t>
            </a:r>
            <a:r>
              <a:rPr sz="1800" b="0">
                <a:solidFill>
                  <a:srgbClr val="202122"/>
                </a:solidFill>
                <a:latin typeface="Calibri"/>
              </a:rPr>
              <a:t> demographics, remote working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Technological:</a:t>
            </a:r>
            <a:r>
              <a:rPr sz="1800" b="0">
                <a:solidFill>
                  <a:srgbClr val="202122"/>
                </a:solidFill>
                <a:latin typeface="Calibri"/>
              </a:rPr>
              <a:t> new tech, obsolescence, zero-days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Legal:</a:t>
            </a:r>
            <a:r>
              <a:rPr sz="1800" b="0">
                <a:solidFill>
                  <a:srgbClr val="202122"/>
                </a:solidFill>
                <a:latin typeface="Calibri"/>
              </a:rPr>
              <a:t> new legislation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Environmental:</a:t>
            </a:r>
            <a:r>
              <a:rPr sz="1800" b="0">
                <a:solidFill>
                  <a:srgbClr val="202122"/>
                </a:solidFill>
                <a:latin typeface="Calibri"/>
              </a:rPr>
              <a:t> sustainability, pandemics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How organisations respond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New or amended policies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Changed business processes:</a:t>
            </a:r>
            <a:r>
              <a:rPr sz="2400" b="0">
                <a:solidFill>
                  <a:srgbClr val="202122"/>
                </a:solidFill>
                <a:latin typeface="Calibri"/>
              </a:rPr>
              <a:t> staffing, delivery schedules, opening hours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New, next-generation or updated products and services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Back-end or customer-facing digital systems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Improved training, or restructuring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The Change Advisory Board (CAB) prioritises, reviews and approves change requests, monitors progress and gives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change management process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71729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New system or an amendment?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CAB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Prioritise, review and approve the request.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Set objectives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Use SMARTER objectives.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Forecast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Identify what the change will affect.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Allocate resources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Budget, time, staff, hardware and software.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Communicate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Share risks and impact with stakeholders.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change management process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77825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4765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537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Configure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30980"/>
            <a:ext cx="1734769" cy="12649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68140"/>
            <a:ext cx="1460449" cy="9905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Integrate with legacy systems, keep service running.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4765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2537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 fully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4030980"/>
            <a:ext cx="1734769" cy="12649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168140"/>
            <a:ext cx="1460449" cy="9905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Reproducible results in a proper test environment.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4765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2537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Implement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4030980"/>
            <a:ext cx="1734769" cy="12649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168140"/>
            <a:ext cx="1460449" cy="9905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Parallel, phased, direct or pilot.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4765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2537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Document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4030980"/>
            <a:ext cx="1734769" cy="12649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168140"/>
            <a:ext cx="1460449" cy="9905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Traceability, decisions logged, manuals kept.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4765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2537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 rollback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4030980"/>
            <a:ext cx="1734769" cy="12649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168140"/>
            <a:ext cx="1460449" cy="9905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Backups and a recovery plan.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4765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2537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Train and monitor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4030980"/>
            <a:ext cx="1734769" cy="12649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168140"/>
            <a:ext cx="1460449" cy="9905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Training needs, post-implementation review, version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Implementation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093"/>
                <a:gridCol w="4790770"/>
                <a:gridCol w="4412551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Old system switched off, new one 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Fast and cheap, but high risk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Parallel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Both systems run side by side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Safe fallback, but double the 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Phased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Introduced one part at a 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Lower risk, but takes longer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Pilot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One site or team tries it first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Problems found early, but slow to roll out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Is the project feasible?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Benefits and drawbacks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Savings against the cost of change; impact on productivity, communication, security and reputation.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Resistance to change, misuse of new systems, not enough support or knowledge, disruption during rollout.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Budget, time, and human and technological resources.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internal and one external trigger for change.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the CAB do?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the second R in SMARTER stand for?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implementation method runs old and new systems together?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plan for rollback?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internal and one external trigger for change.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E.g. internal: expansion; external: new legislation.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the CAB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Prioritises, reviews and approves change requests, monitors the process and gives feedback.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the second R in SMARTER stand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Reviewed.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implementation method runs old and new systems together?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Parallel.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plan for rollback?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So the system can be restored if the change fails.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Write a change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Scenario: a dental practice is replacing paper records with a cloud booking system.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SMARTER objectives for the change.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an implementation method and justify it.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rollback plan and a communication plan for staff and patients.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seven SMARTER elements present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Method choice considers risk to patients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Rollback plan names what is backed up and where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implementation method is riskiest, and why?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purpose of a post-implementation review?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constraint on a digital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Legislation, Business, Emerging Issues,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Change Management</dc:title>
  <dc:subject>Digital Support and Security T Level: Core Paper 2</dc:subject>
  <dc:creator>Samuel O'Connell</dc:creator>
  <cp:keywords>T Level; Digital Support and Security; lesson slides; 5.4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