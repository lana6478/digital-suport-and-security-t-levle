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Network cabling.</a:t>
            </a:r>
          </a:p>
          <a:p>
            <a:r>
              <a:t>2. Digital support.</a:t>
            </a:r>
          </a:p>
          <a:p>
            <a:r>
              <a:t>3. E.g. keeping systems available, applying security,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E.g. 'What happened just before it stopped working?'</a:t>
            </a:r>
          </a:p>
          <a:p>
            <a:r>
              <a:t>2. Fully concentrating on and responding to what the person says.</a:t>
            </a:r>
          </a:p>
          <a:p>
            <a:r>
              <a:t>3. They may not understand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Escalation routes, progress reports, presentations.</a:t>
            </a:r>
          </a:p>
          <a:p>
            <a:r>
              <a:t>2. E.g. remote support tools or screen sharing.</a:t>
            </a:r>
          </a:p>
          <a:p>
            <a:r>
              <a:t>3. So the team can solve the same problem faster next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Digital Support Roles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5.5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responsibilities, roles and skills across the four occupational areas.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routes into digital support and security.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communication techniques suited to an audience.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Meet the interaction needs of end users, managers and peers.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What is the difference between first-line and third-line support? Guess before we look.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Four occupational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Digital support and security work falls into four areas.</a:t>
            </a:r>
          </a:p>
          <a:p>
            <a:pPr>
              <a:spcAft>
                <a:spcPts val="1080"/>
              </a:spcAft>
            </a:pPr>
            <a:r>
              <a:rPr sz="1800" b="1">
                <a:solidFill>
                  <a:srgbClr val="202122"/>
                </a:solidFill>
                <a:latin typeface="Calibri"/>
              </a:rPr>
              <a:t>Digital infrastructure:</a:t>
            </a:r>
            <a:r>
              <a:rPr sz="1800" b="0">
                <a:solidFill>
                  <a:srgbClr val="202122"/>
                </a:solidFill>
                <a:latin typeface="Calibri"/>
              </a:rPr>
              <a:t> installing, testing and maintaining systems and networks, keeping them available, recovering from failures, optimising performance and applying security.</a:t>
            </a:r>
          </a:p>
          <a:p>
            <a:pPr>
              <a:spcAft>
                <a:spcPts val="1080"/>
              </a:spcAft>
            </a:pPr>
            <a:r>
              <a:rPr sz="1800" b="1">
                <a:solidFill>
                  <a:srgbClr val="202122"/>
                </a:solidFill>
                <a:latin typeface="Calibri"/>
              </a:rPr>
              <a:t>Network cabling:</a:t>
            </a:r>
            <a:r>
              <a:rPr sz="1800" b="0">
                <a:solidFill>
                  <a:srgbClr val="202122"/>
                </a:solidFill>
                <a:latin typeface="Calibri"/>
              </a:rPr>
              <a:t> installing, terminating, testing and certifying copper and fibre cable, fitting racks and cabinets, and producing cable route maps and records.</a:t>
            </a:r>
          </a:p>
          <a:p>
            <a:pPr>
              <a:spcAft>
                <a:spcPts val="1080"/>
              </a:spcAft>
            </a:pPr>
            <a:r>
              <a:rPr sz="1800" b="1">
                <a:solidFill>
                  <a:srgbClr val="202122"/>
                </a:solidFill>
                <a:latin typeface="Calibri"/>
              </a:rPr>
              <a:t>Digital support:</a:t>
            </a:r>
            <a:r>
              <a:rPr sz="1800" b="0">
                <a:solidFill>
                  <a:srgbClr val="202122"/>
                </a:solidFill>
                <a:latin typeface="Calibri"/>
              </a:rPr>
              <a:t> helping users with hardware and software, managing accounts and permissions, training users and keeping asset registers.</a:t>
            </a:r>
          </a:p>
          <a:p>
            <a:pPr>
              <a:spcAft>
                <a:spcPts val="1080"/>
              </a:spcAft>
            </a:pPr>
            <a:r>
              <a:rPr sz="1800" b="1">
                <a:solidFill>
                  <a:srgbClr val="202122"/>
                </a:solidFill>
                <a:latin typeface="Calibri"/>
              </a:rPr>
              <a:t>Digital communications:</a:t>
            </a:r>
            <a:r>
              <a:rPr sz="1800" b="0">
                <a:solidFill>
                  <a:srgbClr val="202122"/>
                </a:solidFill>
                <a:latin typeface="Calibri"/>
              </a:rPr>
              <a:t> installing and maintaining integrated communication systems such as VoIP.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When a school opens a new block: cabling installers run the cable, infrastructure technicians set up the network, and support technicians set up the PCs and train the staff.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Four occupational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Install, test and maintain components, keep systems available, recover and restore, troubleshoot and escalate. Roles: service desk, first to fourth-line support, server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Network cabling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Install, terminate, test and certify copper and fibre, fit racks and cabinets, produce cable route maps. Roles: cabling installer, network surveyor, installation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Hardware and software support, user accounts, training users, asset registers, SOPs. Roles: helpdesk, first-line support, desktop support technician.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communications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Install, test and maintain integrated communication systems, manage availability and performance, apply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Four occupational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area certifies copper and fibre cable?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area trains end users?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one infrastructure responsibility.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Skills and routes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Skills employers want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Problem-solving and analytical thinking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Using digital, logging and diagnostic tools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Communication and active listening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Prioritisation and teamwork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Customer service and upskilling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Routes into the industry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Further education, such as this T Level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Apprenticeships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Higher education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Professional courses and vendor certifications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Professional recognition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Communication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Technical skill is only half of support; the other half is communication.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Written channels include incident tickets, system update notifications and forums. Keep them clear, concise and matched to the audience: how many people, how much they know and how much detail they need.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In conversation, use a troubleshooting approach: ask open questions ('What happened just before it stopped?'), listen actively, and watch body language.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When users are frustrated, stay calm, acknowledge the problem and de-escalate before explaining the fix. Negotiation helps when you can't give them exactly what they want.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Instead of 'Your DNS cache was corrupt', say: 'Your computer had saved an old address for that website. I've cleared it, so it can find the right one now.'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Communication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Channels:</a:t>
            </a:r>
            <a:r>
              <a:rPr sz="2400" b="0">
                <a:solidFill>
                  <a:srgbClr val="202122"/>
                </a:solidFill>
                <a:latin typeface="Calibri"/>
              </a:rPr>
              <a:t> incident tickets, system update notifications, forums.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Language:</a:t>
            </a:r>
            <a:r>
              <a:rPr sz="2400" b="0">
                <a:solidFill>
                  <a:srgbClr val="202122"/>
                </a:solidFill>
                <a:latin typeface="Calibri"/>
              </a:rPr>
              <a:t> clear and concise, matched to the audience's size, knowledge and the detail they need.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Techniques:</a:t>
            </a:r>
            <a:r>
              <a:rPr sz="2400" b="0">
                <a:solidFill>
                  <a:srgbClr val="202122"/>
                </a:solidFill>
                <a:latin typeface="Calibri"/>
              </a:rPr>
              <a:t> troubleshooting questions, active listening, reading body language, open questions.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Harder conversations:</a:t>
            </a:r>
            <a:r>
              <a:rPr sz="2400" b="0">
                <a:solidFill>
                  <a:srgbClr val="202122"/>
                </a:solidFill>
                <a:latin typeface="Calibri"/>
              </a:rPr>
              <a:t> negotiation and conflict de-escalation.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Explain it to a user as you would to a friend who is not technical. Save the jargon for colleagues.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Communication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an example of an open question.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active listening?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avoid jargon with users?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Meeting different interaction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Different people need different kinds of support.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Clients and end users want their problem fixed with minimal fuss: verbal help, written updates on progress, training, and remote support or screen sharing.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Managers want the big picture:</a:t>
            </a:r>
            <a:r>
              <a:rPr sz="2000" b="0">
                <a:solidFill>
                  <a:srgbClr val="202122"/>
                </a:solidFill>
                <a:latin typeface="Calibri"/>
              </a:rPr>
              <a:t> clear escalation routes, progress reports and presentations about risks, costs and decisions.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Peers and colleagues benefit from shared best practice and knowledge, training, and collaboration on difficult problems.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Adapting your approach to the audience makes you far more effective.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The same outage: a text to users ('Email is down, fix expected by 11am'), a report to the manager (cause, impact, cost), and a knowledge-base article for colleagues (how it was fixed).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Meeting different interaction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6550"/>
                <a:gridCol w="8117864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Audience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they need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Clients and end users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Verbal support, written updates, training, remote support, screen sharing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Managers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Escalation routes, progress reports, presentations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Peers and colleagues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Sharing best practice, knowledge, training and collaboration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Meeting different interaction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 managers usually need from support staff?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can users be supported remotely?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share fixes with colleagues?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roles in network cabling installation.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active listening?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 managers usually need from a support technician?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routes into the industry.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roles in network cabling installation.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cabling installer, network surveyor, network analyst, network installation engineer.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active listening?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Fully concentrating on, understanding and responding to what the speaker says.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 managers usually need from a support technician?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Escalation routes, progress reports and presentations.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routes into the industry.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FE, apprenticeships, HE, professional courses, professional recognition.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Role play a support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Threes: user, technician, observer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user has lost a morning's work and is frustrated.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technician uses open questions and active listening to find the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observer notes good techniques and any jargon used.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Swap roles and repeat with a new problem.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Technician stays calm and de-escalates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Uses open questions first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Explains the fix without jargon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occupational area interests you most,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an open question to ask a user.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explain a phishing email to a non-technical manager?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Support Roles and Communication</dc:title>
  <dc:subject>Digital Support and Security T Level: Core Paper 2</dc:subject>
  <dc:creator>Samuel O'Connell</dc:creator>
  <cp:keywords>T Level; Digital Support and Security; lesson slides; 5.5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