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Digital Support Roles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5.5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responsibilities, roles and skills across the four occupational areas.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routes into digital support and security.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communication techniques suited to an audience.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Meet the interaction needs of end users, managers and peers.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What is the difference between first-line and third-line support? Guess before we look.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Four occupational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Install, test and maintain components, keep systems available, recover and restore, troubleshoot and escalate. Roles: service desk, first to fourth-line support, server support.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Network cabling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Install, terminate, test and certify copper and fibre, fit racks and cabinets, produce cable route maps. Roles: cabling installer, network surveyor, installation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Hardware and software support, user accounts, training users, asset registers, SOPs. Roles: helpdesk, first-line support, desktop support technician.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Digital communications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Install, test and maintain integrated communication systems, manage availability and performance, apply security.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Skills and routes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Skills employers want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Problem-solving and analytical thinking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Using digital, logging and diagnostic tools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Communication and active listening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Prioritisation and teamwork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Customer service and upskilling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Routes into the industry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Further education, such as this T Level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Apprenticeships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Higher education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Professional courses and vendor certifications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Professional recognition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Communication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Channels:</a:t>
            </a:r>
            <a:r>
              <a:rPr sz="2400" b="0">
                <a:solidFill>
                  <a:srgbClr val="202122"/>
                </a:solidFill>
                <a:latin typeface="Calibri"/>
              </a:rPr>
              <a:t> incident tickets, system update notifications, forums.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Language:</a:t>
            </a:r>
            <a:r>
              <a:rPr sz="2400" b="0">
                <a:solidFill>
                  <a:srgbClr val="202122"/>
                </a:solidFill>
                <a:latin typeface="Calibri"/>
              </a:rPr>
              <a:t> clear and concise, matched to the audience's size, knowledge and the detail they need.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Techniques:</a:t>
            </a:r>
            <a:r>
              <a:rPr sz="2400" b="0">
                <a:solidFill>
                  <a:srgbClr val="202122"/>
                </a:solidFill>
                <a:latin typeface="Calibri"/>
              </a:rPr>
              <a:t> troubleshooting questions, active listening, reading body language, open questions.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Harder conversations:</a:t>
            </a:r>
            <a:r>
              <a:rPr sz="2400" b="0">
                <a:solidFill>
                  <a:srgbClr val="202122"/>
                </a:solidFill>
                <a:latin typeface="Calibri"/>
              </a:rPr>
              <a:t> negotiation and conflict de-escalation.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Explain it to a user as you would to a friend who is not technical. Save the jargon for colleagues.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Meeting different interaction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6550"/>
                <a:gridCol w="8117864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Audience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they need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Clients and end users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Verbal support, written updates, training, remote support, screen sharing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Managers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Escalation routes, progress reports, presentations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Peers and colleagues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Sharing best practice, knowledge, training and collaboration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roles in network cabling installation.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active listening?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 managers usually need from a support technician?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routes into the industry.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roles in network cabling installation.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cabling installer, network surveyor, network analyst, network installation engineer.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active listening?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Fully concentrating on, understanding and responding to what the speaker says.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 managers usually need from a support technician?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Escalation routes, progress reports and presentations.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routes into the industry.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FE, apprenticeships, HE, professional courses, professional recognition.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Role play a support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Digital Support Roles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Threes: user, technician, observer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user has lost a morning's work and is frustrated.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technician uses open questions and active listening to find the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The observer notes good techniques and any jargon used.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Swap roles and repeat with a new problem.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Technician stays calm and de-escalates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Uses open questions first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Explains the fix without jargon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occupational area interests you most,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an example of an open question to ask a user.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would you explain a phishing email to a non-technical manager?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Support Roles and Communication</dc:title>
  <dc:subject>Digital Support and Security T Level: Core Paper 2</dc:subject>
  <dc:creator>Samuel O'Connell</dc:creator>
  <cp:keywords>T Level; Digital Support and Security; lesson slides; 5.5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