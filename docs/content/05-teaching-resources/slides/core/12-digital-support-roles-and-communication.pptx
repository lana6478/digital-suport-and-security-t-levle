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2B705"/>
                </a:solidFill>
                <a:latin typeface="Calibri"/>
              </a:rPr>
              <a:t>CORE COMPONENT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Digital Support Roles and Communication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Core Paper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5.5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Digital Support and Security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Pearson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Digital Support Roles and 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456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responsibilities, roles and skills across the four occupational areas.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7469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5181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Identify routes into digital support and security.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1482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193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Choose communication techniques suited to an audience.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54954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13206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Meet the interaction needs of end users, managers and peers.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What is the difference between first-line and third-line support? Guess before we look.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Four occupational areas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Digital Support Roles and 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Digital infrastructure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Install, test and maintain components, keep systems available, recover and restore, troubleshoot and escalate. Roles: service desk, first to fourth-line support, server support.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461607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5967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Network cabling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Install, terminate, test and certify copper and fibre, fit racks and cabinets, produce cable route maps. Roles: cabling installer, network surveyor, installation engineer.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Digital support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Hardware and software support, user accounts, training users, asset registers, SOPs. Roles: helpdesk, first-line support, desktop support technician.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461607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5967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Digital communications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7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Install, test and maintain integrated communication systems, manage availability and performance, apply security.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Skills and routes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Digital Support Roles and 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Skills employers want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45"/>
              </a:spcAft>
              <a:buClr>
                <a:srgbClr val="0645AD"/>
              </a:buClr>
              <a:buFont typeface="Arial"/>
              <a:buChar char="•"/>
            </a:pPr>
            <a:r>
              <a:rPr sz="2100" b="0">
                <a:solidFill>
                  <a:srgbClr val="202122"/>
                </a:solidFill>
                <a:latin typeface="Calibri"/>
              </a:rPr>
              <a:t>Problem-solving and analytical thinking</a:t>
            </a:r>
          </a:p>
          <a:p>
            <a:pPr marL="274320" indent="-274320">
              <a:spcAft>
                <a:spcPts val="945"/>
              </a:spcAft>
              <a:buClr>
                <a:srgbClr val="0645AD"/>
              </a:buClr>
              <a:buFont typeface="Arial"/>
              <a:buChar char="•"/>
            </a:pPr>
            <a:r>
              <a:rPr sz="2100" b="0">
                <a:solidFill>
                  <a:srgbClr val="202122"/>
                </a:solidFill>
                <a:latin typeface="Calibri"/>
              </a:rPr>
              <a:t>Using digital, logging and diagnostic tools</a:t>
            </a:r>
          </a:p>
          <a:p>
            <a:pPr marL="274320" indent="-274320">
              <a:spcAft>
                <a:spcPts val="945"/>
              </a:spcAft>
              <a:buClr>
                <a:srgbClr val="0645AD"/>
              </a:buClr>
              <a:buFont typeface="Arial"/>
              <a:buChar char="•"/>
            </a:pPr>
            <a:r>
              <a:rPr sz="2100" b="0">
                <a:solidFill>
                  <a:srgbClr val="202122"/>
                </a:solidFill>
                <a:latin typeface="Calibri"/>
              </a:rPr>
              <a:t>Communication and active listening</a:t>
            </a:r>
          </a:p>
          <a:p>
            <a:pPr marL="274320" indent="-274320">
              <a:spcAft>
                <a:spcPts val="945"/>
              </a:spcAft>
              <a:buClr>
                <a:srgbClr val="0645AD"/>
              </a:buClr>
              <a:buFont typeface="Arial"/>
              <a:buChar char="•"/>
            </a:pPr>
            <a:r>
              <a:rPr sz="2100" b="0">
                <a:solidFill>
                  <a:srgbClr val="202122"/>
                </a:solidFill>
                <a:latin typeface="Calibri"/>
              </a:rPr>
              <a:t>Prioritisation and teamwork</a:t>
            </a:r>
          </a:p>
          <a:p>
            <a:pPr marL="274320" indent="-274320">
              <a:spcAft>
                <a:spcPts val="945"/>
              </a:spcAft>
              <a:buClr>
                <a:srgbClr val="0645AD"/>
              </a:buClr>
              <a:buFont typeface="Arial"/>
              <a:buChar char="•"/>
            </a:pPr>
            <a:r>
              <a:rPr sz="2100" b="0">
                <a:solidFill>
                  <a:srgbClr val="202122"/>
                </a:solidFill>
                <a:latin typeface="Calibri"/>
              </a:rPr>
              <a:t>Customer service and upskilling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Routes into the industry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Further education, such as this T Level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Apprenticeships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Higher education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Professional courses and vendor certifications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Professional recognition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Communication techniques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Digital Support Roles and 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66751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1">
                <a:solidFill>
                  <a:srgbClr val="202122"/>
                </a:solidFill>
                <a:latin typeface="Calibri"/>
              </a:rPr>
              <a:t>Channels:</a:t>
            </a:r>
            <a:r>
              <a:rPr sz="2400" b="0">
                <a:solidFill>
                  <a:srgbClr val="202122"/>
                </a:solidFill>
                <a:latin typeface="Calibri"/>
              </a:rPr>
              <a:t> incident tickets, system update notifications, forums.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1">
                <a:solidFill>
                  <a:srgbClr val="202122"/>
                </a:solidFill>
                <a:latin typeface="Calibri"/>
              </a:rPr>
              <a:t>Language:</a:t>
            </a:r>
            <a:r>
              <a:rPr sz="2400" b="0">
                <a:solidFill>
                  <a:srgbClr val="202122"/>
                </a:solidFill>
                <a:latin typeface="Calibri"/>
              </a:rPr>
              <a:t> clear and concise, matched to the audience's size, knowledge and the detail they need.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1">
                <a:solidFill>
                  <a:srgbClr val="202122"/>
                </a:solidFill>
                <a:latin typeface="Calibri"/>
              </a:rPr>
              <a:t>Techniques:</a:t>
            </a:r>
            <a:r>
              <a:rPr sz="2400" b="0">
                <a:solidFill>
                  <a:srgbClr val="202122"/>
                </a:solidFill>
                <a:latin typeface="Calibri"/>
              </a:rPr>
              <a:t> troubleshooting questions, active listening, reading body language, open questions.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1">
                <a:solidFill>
                  <a:srgbClr val="202122"/>
                </a:solidFill>
                <a:latin typeface="Calibri"/>
              </a:rPr>
              <a:t>Harder conversations:</a:t>
            </a:r>
            <a:r>
              <a:rPr sz="2400" b="0">
                <a:solidFill>
                  <a:srgbClr val="202122"/>
                </a:solidFill>
                <a:latin typeface="Calibri"/>
              </a:rPr>
              <a:t> negotiation and conflict de-escalation.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600200"/>
            <a:ext cx="3867912" cy="443484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74519"/>
            <a:ext cx="548640" cy="5486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6060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KEY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3017520"/>
            <a:ext cx="3291840" cy="2926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FFFFFF"/>
                </a:solidFill>
                <a:latin typeface="Cambria"/>
              </a:rPr>
              <a:t>Explain it to a user as you would to a friend who is not technical. Save the jargon for colleagues.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Meeting different interaction needs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Digital Support Roles and 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4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6550"/>
                <a:gridCol w="8117864"/>
              </a:tblGrid>
              <a:tr h="113157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Audience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What they need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113157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Clients and end users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Verbal support, written updates, training, remote support, screen sharing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113157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Managers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Escalation routes, progress reports, presentations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113157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Peers and colleagues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Sharing best practice, knowledge, training and collaboration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Digital Support Roles and 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Name two roles in network cabling installation.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active listening?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do managers usually need from a support technician?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Give two routes into the industry.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Digital Support Roles and 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Name two roles in network cabling installation.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Any two of: cabling installer, network surveyor, network analyst, network installation engineer.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active listening?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Fully concentrating on, understanding and responding to what the speaker says.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do managers usually need from a support technician?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Escalation routes, progress reports and presentations.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Give two routes into the industry.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Any two of: FE, apprenticeships, HE, professional courses, professional recognition.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Role play a support call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Digital Support Roles and 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20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Threes: user, technician, observer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The user has lost a morning's work and is frustrated.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The technician uses open questions and active listening to find the problem.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The observer notes good techniques and any jargon used.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Swap roles and repeat with a new problem.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Technician stays calm and de-escalates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Uses open questions first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Explains the fix without jargon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Which occupational area interests you most, and why?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Give an example of an open question to ask a user.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How would you explain a phishing email to a non-technical manager?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Core Paper 2: Legislation, Business, Emerging Issues, Environments and Security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https://lana6478.github.io/Digital-Suport-and-security-T-levle/#/01-core-component/02-core-paper-2.md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Support Roles and Communication</dc:title>
  <dc:subject>Digital Support and Security T Level: Core Paper 2</dc:subject>
  <dc:creator>Samuel O'Connell</dc:creator>
  <cp:keywords>T Level; Digital Support and Security; lesson slides; 5.5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