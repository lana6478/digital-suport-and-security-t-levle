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Impacts of a successful attack: loss or leaking of sensitive data, unauthorised access, data corruption, service disruption, unauthorised physical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Security Threats and Vulnerabilities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8.1, 8.2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the confidential information organisations hold and why it must be protected.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technical and human threats.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technical and physical vulnerabilities.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impacts of a successful attack.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receive a text saying your parcel could not be delivered, with a link to rebook. What makes it suspicious?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confidentiality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What organisations 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HR data:</a:t>
            </a:r>
            <a:r>
              <a:rPr sz="2200" b="0">
                <a:solidFill>
                  <a:srgbClr val="202122"/>
                </a:solidFill>
                <a:latin typeface="Calibri"/>
              </a:rPr>
              <a:t> salaries and staff details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Commercial data:</a:t>
            </a:r>
            <a:r>
              <a:rPr sz="2200" b="0">
                <a:solidFill>
                  <a:srgbClr val="202122"/>
                </a:solidFill>
                <a:latin typeface="Calibri"/>
              </a:rPr>
              <a:t> clients, IP, sales, contracts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Access information: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passwords, MFA, PINs, biometrics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If it is not protected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Regulatory non-compliance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Loss of trust and reputational damage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Fines, refunds, lost contracts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Legal action and reduced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Technical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Botnets and DoS / DDoS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Networks of hijacked devices flooding a service until it fails.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Malicious hacking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Hacktivists, nation states, organised crime. Brute force, SQL injection, cross-site scripting, buffer overflow.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Malware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Viruses, worms, keyloggers, ransomware, spyware, remote access trojans.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Social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Phishing, spear phishing, smishing, vishing, pharming, watering holes, USB baiting.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DNS attacks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Redirecting traffic to fake sites.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Open Wi-Fi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Unsecured networks that let attackers intercept traffic.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Human threats and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405"/>
                <a:gridCol w="6934009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Threat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Human error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File properties, confirmation boxes, staff training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Malicious employees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Immediate removal and account suspension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Disguised criminals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Visitor escorts and ID checks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Poor cyber hygiene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Lock unattended PCs, never write passwords down, use a password manager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Vulnerabilities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Technical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Weak encryption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Poor password policy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No multi-factor authentication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Out-of-date hardware, software and firmware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Legacy compatibility issues and zero-day bugs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Physical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Poor access control and tailgating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Shoulder surfing and vandalism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Environmental risk at the location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Hardware that is not rugged enough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Natural disasters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Key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Phishing</a:t>
            </a:r>
            <a:r>
              <a:rPr sz="1900">
                <a:solidFill>
                  <a:srgbClr val="202122"/>
                </a:solidFill>
                <a:latin typeface="Calibri"/>
              </a:rPr>
              <a:t>  mass fraudulent emails that trick people into giving away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6002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38747" y="16916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Spear phishing</a:t>
            </a:r>
            <a:r>
              <a:rPr sz="1900">
                <a:solidFill>
                  <a:srgbClr val="202122"/>
                </a:solidFill>
                <a:latin typeface="Calibri"/>
              </a:rPr>
              <a:t>  phishing targeted at one person or organisation.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Smishing / vishing</a:t>
            </a:r>
            <a:r>
              <a:rPr sz="1900">
                <a:solidFill>
                  <a:srgbClr val="202122"/>
                </a:solidFill>
                <a:latin typeface="Calibri"/>
              </a:rPr>
              <a:t>  phishing by text message / by phone 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32004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38747" y="32918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Pharming</a:t>
            </a:r>
            <a:r>
              <a:rPr sz="1900">
                <a:solidFill>
                  <a:srgbClr val="202122"/>
                </a:solidFill>
                <a:latin typeface="Calibri"/>
              </a:rPr>
              <a:t>  redirecting users from a real website to a fake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Zero-day</a:t>
            </a:r>
            <a:r>
              <a:rPr sz="1900">
                <a:solidFill>
                  <a:srgbClr val="202122"/>
                </a:solidFill>
                <a:latin typeface="Calibri"/>
              </a:rPr>
              <a:t>  a flaw exploited before a patch exists.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4800600"/>
            <a:ext cx="5432907" cy="13716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38747" y="4892040"/>
            <a:ext cx="4975707" cy="11887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Tailgating</a:t>
            </a:r>
            <a:r>
              <a:rPr sz="1900">
                <a:solidFill>
                  <a:srgbClr val="202122"/>
                </a:solidFill>
                <a:latin typeface="Calibri"/>
              </a:rPr>
              <a:t>  following an authorised person through a secure door.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phishing and spear phishing?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ransomware do?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mitigation for disguised criminals.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zero-day vulnerability?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impacts of a successful attack.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phishing and spear phishing?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Phishing is mass; spear phishing is targeted.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ransomware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Encrypts or blocks data and demands payment to release it.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mitigation for disguised criminals.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Visitor escorts or ID checks.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zero-day vulnerability?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flaw that attackers exploit before a patch is available.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impacts of a successful attack.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data loss or leaks, unauthorised access, data corruption, service disruption.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Spot the phish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Security Threats and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15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Your teacher shows six messages: some genuine, some phishing, smishing or vishing scripts.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Decide which are malicious.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Highlight every warning sign you can find.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one tip for staff that would have stopped each attack.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malicious messages identified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Warning signs named, e.g. spoofed domain, urgency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Tips are clear and practical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type of data would a competitor most want to steal?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tailgating?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are out-of-date systems a vulnerability?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Legislation, Business, Emerging Issues,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Threats and Vulnerabilities</dc:title>
  <dc:subject>Digital Support and Security T Level: Core Paper 2</dc:subject>
  <dc:creator>Samuel O'Connell</dc:creator>
  <cp:keywords>T Level; Digital Support and Security; lesson slides; 8.1, 8.2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