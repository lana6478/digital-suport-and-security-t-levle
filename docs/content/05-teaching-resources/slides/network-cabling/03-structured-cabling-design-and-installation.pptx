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assess the job, select the right tool and use it safely per manufacturer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Devices include firewalls, routers, switches with SFP modules, access points, VoIP endpoints, CCTV and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is shaped by logical and physical topology, standards, permanent links and channels, campus distribution and passive and active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NETWORK CABLING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Structured Cabling Design and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Network Cabling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2.2 to 2.6, 2.25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tools and equipment for testing, terminating and access.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Install and configure networking devices to a design specification.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what a network design specification contains.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Install fixtures and fittings such as cabinets, racks and containment.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arrive at a new building to install a network. What documents would you want in your hand before you start?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Tools and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Multimeter, tone generator and probe, OTDR, light source and power meter, spectrum analyser, continuity tester.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Terminating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Crimper, strippers, cutters, punch-down tool, fusion splicer, fibre cleaning and cleave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MEWPs, low-level access towers, step ladders.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Fixtures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Prebuilt or flat-pack cabinets, racks, trunking and containment.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Installing a networking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81635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Locate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Find its position in the design spec.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Equipment matches the spec.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Confirm space, power and cooling.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Mount the device.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it works.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51460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29184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Configure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4069080"/>
            <a:ext cx="1734769" cy="11887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206240"/>
            <a:ext cx="1460449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it up to the requirement.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network design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Statement of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the customer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Bill of 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 component and quantity.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Design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Floor plans, power and cooling, containment, cable routes.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Installation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Labelling, certification, warranty, performance declarations.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Procedures and penalties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to install, and contractual penalties.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Future proofing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Room to grow.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Installing fixtures and fittings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65633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Interpret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Read the cabling design spec.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Survey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Compare the site: space, power, cooling.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Construct cabinets and racks per manufacturer guidance.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Contain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Add trunking and containment.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Arrange and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Lay out kit to spec and test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an OTDR test?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bill of materials?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three things must be checked before racking a device?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MEWP?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an OTDR test?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Fibre links, locating faults and loss along the cable.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bill of materials?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list of every component and quantity needed.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three things must be checked before racking a device?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Space, power and cooling.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MEWP?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mobile elevating work platform.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Read the design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Structured Cabling Design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Study the sample floor plan and statement of requirement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cable lengths and quantities for each outlet.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Produce a bill of materials.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Flag three potential issues with the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Lengths include slack and stay under 90 m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Bill of materials is complete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Issues are realistic and explained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NETWORK CABLING  ·  Network Cabling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future-proofing part of the design?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terminating tool for fibre.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goes on a label at a patch panel?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Network Cabling - Installation and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https://lana6478.github.io/Digital-Suport-and-security-T-levle/#/02-occupational-specialisms/network-cabling/02-cabling-installation-and-testing.md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Structured Cabling Design and Installation</dc:title>
  <dc:subject>Digital Support and Security T Level: Network Cabling Content Area 2</dc:subject>
  <dc:creator>Samuel O'Connell</dc:creator>
  <cp:keywords>T Level; Digital Support and Security; lesson slides; 2.2 to 2.6, 2.25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