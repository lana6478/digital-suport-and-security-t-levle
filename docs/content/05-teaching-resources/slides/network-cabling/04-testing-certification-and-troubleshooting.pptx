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 break in a wire so current can't flow.</a:t>
            </a:r>
          </a:p>
          <a:p>
            <a:r>
              <a:t>2. E.g. interference, damaged cable, bad connectors.</a:t>
            </a:r>
          </a:p>
          <a:p>
            <a:r>
              <a:t>3. E.g. a broken pair, since gigabit needs all four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a test plan (scope, approach, resources, schedule), then interpret results against manufacturer tolerances.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Near-end crosstalk.</a:t>
            </a:r>
          </a:p>
          <a:p>
            <a:r>
              <a:t>2. A loss test with a light source and power meter.</a:t>
            </a:r>
          </a:p>
          <a:p>
            <a:r>
              <a:t>3. It proves the installation meets the standard and supports the warranty.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It makes fault-finding and changes much faster.</a:t>
            </a:r>
          </a:p>
          <a:p>
            <a:r>
              <a:t>2. Any two: revisit costs, penalties, reputation, delayed payment, failed audits.</a:t>
            </a:r>
          </a:p>
          <a:p>
            <a:r>
              <a:t>3. Untested faults cause failures and disruption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leads with a split pair, a reversed pair, an open conductor and one good 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NETWORK CABLING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Testing, Certification and 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Network Cabling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2.17, 2.18, 2.26 to 2.29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a troubleshooting process to cabling faults.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common physical and technical failures.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Test and certify copper and fibre to recognised standards.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consequences of poor workmanship.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new desk outlet only connects at 100 Mbps instead of 1 Gbps. What could cause that?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Troubleshooting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38201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5750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3474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77190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 fault, or found in routine monitoring.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285750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Diagnose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363474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377190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Gather info, compare with past data, narrow down.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285750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363474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377190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Test the shortlist.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285750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Resolve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363474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377190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Fix, document and prevent recurrence.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435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Maintenance can be predictive (replace before failure) or reactive (run to failure).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Common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Cabling faults are either physical or technical.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Physical faults include the wrong cable type, incorrect pin-out, open circuits (a broken wire), shorts, bad ports, bent pins, cable damage, duplex or speed mismatches and the wrong containment.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Technical faults include attenuation, latency, jitter, crosstalk, electromagnetic interference, mismatched transceivers, transmit and receive fibres reversed, bottlenecks and hardware errors.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They show up as CRC errors, lost frames and packets, address conflicts and missing sequence numbers. Status LEDs are often the first clue.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desk only connects at 100 Mbps instead of 1 Gbps. A test shows one pair broken: gigabit needs all four pairs, 100 Mbps only two.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Common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Physical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Wrong cable type or pin-out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Open or short circuit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Bad port, bent pins, cable damage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Duplex or speed mismatch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Wrong containment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Technical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Attenuation, latency, jitter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Crosstalk and EMI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Transceiver mismatch, TX/RX reversed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Bottlenecks and hardware errors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Spotted via CRC errors, lost packets, address conflicts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Common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an open circuit?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might cause CRC errors?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might a link fall back to 100 Mbps?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Testing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144"/>
                <a:gridCol w="7224270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Covers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TIA/EIA-568-B.2-1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Cat6 transmission performance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TIA/EIA-568-B.1-10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Augmented Cat6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TIA/EIA-TSB-155-A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Cat6 support for 10GBASE-T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TIA-1152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Field test instrument requirements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IEC 61935-1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Reference measurement procedures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Certifying copper and fibre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Certification proves an installation meets its standard, which the warranty depends on.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Follow a test plan setting out the scope, approach, resources and schedule. For copper, use a continuity tester, performance tester or cable certifier, checking the wiremap, cable length and near-end crosstalk (NEXT). For fibre, use an optical loss test set (light source and power meter), an OTDR and an inspection scope, running tier 1 (loss) and tier 2 (OTDR) tests.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Compare the results with the manufacturer's tolerances and record everything.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cable certifier reports one link at 94 m: over the 90 m permanent link limit, so it fails and the outlet must be moved or the route shortened.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Certifying copper and fibre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Copper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Continuity tester, performance tester, certifier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Wiremap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Cable length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Near-end crosstalk (NEXT)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Fibre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OLTS, light source and power meter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OTDR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Fibre inspection scope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Tier 1 and tier 2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Certifying copper and fibre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NEXT stand for?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tier 1 fibre test?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does certification matter to customers?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poor workmanship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Cutting corners always costs more later.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For the network, poor workmanship means slower speeds, more interference, harder maintenance, shorter cable life and weaker security. Bad or missing labelling makes every future fault-find and change slower.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For the business, it means paying for revisits, penalties under the service level agreement and warranty, reputational damage, delayed payment and failed audits.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Not testing every cable risks equipment damage, early failures, disruption and errors nobody notices.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An installer skips testing to finish early. Three months later, intermittent faults on six desks mean a return visit, unpaid, and an unhappy client.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poor workmanship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Network consequences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Slower speeds and more interference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Harder maintenance and shorter cable life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Weaker security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Bad labelling slows every future fault-find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consequences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Cost of revisits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SLA and warranty penalties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Reputational damage and delayed payment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Failed audits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Why poor workmanship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does labelling matter?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two business consequences of poor workmanship.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test every cable, not a sample?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predictive and reactive maintenance?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physical cabling failures.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NEXT stand for?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tool locates a break along a fibre?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business consequence of failing certification.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predictive and reactive maintenance?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Predictive replaces before failure; reactive runs to failure.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physical cabling failures.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two, e.g. wrong pin-out, open circuit, bent pins.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NEXT stand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Near-end crosstalk.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tool locates a break along a fibre?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 OTDR.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business consequence of failing certification.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E.g. revisit costs, SLA penalties, reputational damage.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Fault-find the patch leads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practical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Test the six numbered patch leads your teacher provides.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Record the wiremap and length result for each.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the fault in each failing lead.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short certification summary for the passing leads.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Every lead tested and recorded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Faults named correctly, e.g. split pair, open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Results compared with tolerances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must every cable be tested, not just a sample?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might cause a CRC error?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labelling matter?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Network Cabling - Installation and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https://lana6478.github.io/Digital-Suport-and-security-T-levle/#/02-occupational-specialisms/network-cabling/02-cabling-installation-and-testing.md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Testing, Certification and Troubleshooting</dc:title>
  <dc:subject>Digital Support and Security T Level: Network Cabling Content Area 2</dc:subject>
  <dc:creator>Samuel O'Connell</dc:creator>
  <cp:keywords>T Level; Digital Support and Security; lesson slides; 2.17, 2.18, 2.26 to 2.29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