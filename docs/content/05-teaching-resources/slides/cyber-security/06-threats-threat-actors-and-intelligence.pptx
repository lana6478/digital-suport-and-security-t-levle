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malware is spotted through scan reports, slower devices or unusual behaviour.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Threat intelligence gathers information to analyse and prioritise threats: finding unknown threats, revealing motivations and supporting fast mitigation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Threats, Threat Actors and Threat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Areas 2 and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2.2, 2.3, 3.8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0" i="0">
                <a:solidFill>
                  <a:srgbClr val="202122"/>
                </a:solidFill>
                <a:latin typeface="Calibri"/>
              </a:rPr>
              <a:t>Recognise social engineering, denial of service, malware and password attacks and their indicators.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threat actors and their motivations.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value of threat intelligence.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cyber security impacts on critical national infrastructure.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Who do you think is most likely to attack a school's network: a nation state, a criminal gang or a student?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Social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086"/>
                <a:gridCol w="4386164"/>
                <a:gridCol w="4386164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Attack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Warning signs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Phishing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Mass fraudulent messages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Spoofed domains, poor writing, urgency, attachments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Spear phishing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Targeted at one person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Personal details used to build trust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Vishing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Fraudulent phone calls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Pressure; claims to be HMRC or the bank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Smishing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Fraudulent texts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Suspicious links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Shoulder surfing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Watching someone type credentials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Someone standing too close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Dumpster diving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Searching discarded paperwork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Unshredded documents in bins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Malware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Virus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Spreads and damages data or software.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Adware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Unwanted ads, browser changes, slow performance.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Ransomware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Blocks, deletes or encrypts data for payment.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Trojan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Disguised as legitimate software.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Botnet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Network of compromised devices under attacker control.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Spyware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Hides and steals sensitive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Other attacks and how to spot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4125"/>
                <a:gridCol w="7740289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Attack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Indicators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DoS / DDoS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Degraded performance, traffic spikes, repeated requests from one source, outages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Zero-day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Vendor statistics, unusual scanning, ML-based monitoring, odd interaction patterns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Brute force / dictionary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More network activity, repeated failed logins from one IP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Man in the middle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Browser security warnings, repeated unexpected disconnections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Threat 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Cyber criminals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Financial gain through ransomware, social engineering and malware.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Insiders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Current or former staff misusing access for revenge or gain.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Nation states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Political gain: stealing data, damaging infrastructure.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Terrorists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Disruption for a cause.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Hacktivists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Exposing perceived wrongdoing.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Script kiddies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Inexperienced attackers looking for a challenge.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Critical national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Energy and water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Power cuts, surges, loss of gas or water supply, flooding.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Failed payments and interrupted transfers.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Healthcare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Compromised patient records, disrupted treatment.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Communications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Service loss, eavesdropping, impersonation.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Government and defence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Interrupted policy and reduced defence capability.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03306E"/>
                </a:solidFill>
                <a:latin typeface="Calibri"/>
              </a:rPr>
              <a:t>Transport and supply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Disrupted travel, emergency dispatch, food and raw materials.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vishing and smishing?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malware disguises itself as legitimate software?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sign of a brute force attack.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threat actor misuses authorised access?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impact of an attack on healthcare infrastructure.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vishing and smishing?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Vishing is by phone call; smishing is by text message.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malware disguises itself as legitimate software?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trojan.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sign of a brute force attack.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Repeated failed logins from one IP address.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threat actor misuses authorised access?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 insider.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impact of an attack on healthcare infrastructure.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Compromised patient records or disrupted treatment.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Threat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Threats, Threat Actors and Threat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an organisation: a hospital, a football club, or an online retailer.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the three most likely threat actors and their motives.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For each actor, name the attack they would most likely use and its indicators.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Rank the threats by likelihood and severity.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Motives match the organisation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Indicators are specific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Ranking is justified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threat actor worries you most for a small business, and why?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a zero-day attack?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does threat intelligence help defenders?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Propose Remediation Advice for a Security Risk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https://lana6478.github.io/Digital-Suport-and-security-T-levle/#/02-occupational-specialisms/cyber-security/02-remediation-and-risk-assessment.md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Threats, Threat Actors and Threat Intelligence</dc:title>
  <dc:subject>Digital Support and Security T Level: Cyber Security Content Areas 2 and 3</dc:subject>
  <dc:creator>Samuel O'Connell</dc:creator>
  <cp:keywords>T Level; Digital Support and Security; lesson slides; 2.2, 2.3, 3.8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