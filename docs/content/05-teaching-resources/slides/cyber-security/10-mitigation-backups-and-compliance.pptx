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CYBER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Mitigation, Backups, Policies and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Cyber Security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2.11, 2.21, 2.23, 2.24, 2.25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Mitigation, Backups, Policies and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Match privacy-breach threats to mitigations.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the five NCSC Cyber Essentials controls.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backup types, including immutable backups.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organisational policies and how compliance is monitored.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Ransomware often tries to delete backups before encrypting files. How could you stop it?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Mitigating privacy-breach threats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Mitigation, Backups, Policies and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144"/>
                <a:gridCol w="7224270"/>
              </a:tblGrid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Threat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Social engineering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Raise awareness of current scams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Unmanaged devices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Company policy restricting their use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Untrained staff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Training and SOPs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Insider threats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Access controls, monitoring, segregation of duties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Unpatched applications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Make sure updates are applied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Third parties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Supplier due diligence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Improper disposal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Secure wiping and DPA 2018 compliance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Applying Cyber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Mitigation, Backups, Policies and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Boundary firewalls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Restrict traffic flowing in and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03306E"/>
                </a:solidFill>
                <a:latin typeface="Calibri"/>
              </a:rPr>
              <a:t>Secure 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Enable only the functions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Malware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Current anti-malware and regular scans.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Security updates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Keep patches current.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Access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Least privilege, with PAM for super-user and privileged accounts.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Backup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Mitigation, Backups, Policies and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0096"/>
                <a:gridCol w="8514318"/>
              </a:tblGrid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Complete copy of all data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Changes since the last backup of any type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Differential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Changes since the last full backup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Mirror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Exact live copy, including deletions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Immutable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Cannot be changed, overwritten or deleted: a defence against ransomware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Criteria: frequency, source, destination, storage medium and location, retention period and regular restore testing.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Policies that support risk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Mitigation, Backups, Policies and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Data protection, data retention, asset classification.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Access control, password, acceptable use.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Devices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Mobile device, BYOD, asset disposal.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Resilience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Backup policy, incident response procedure, information security policy.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Monitoring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Mitigation, Backups, Policies and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Audit processes and policies to check they are current, e.g. review the information security policy.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Improve them where needed.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Compare and check the accuracy of processes, logs and incident reports.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Comply with relevant ISO standards.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A policy nobody checks is a wish, not a control.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Mitigation, Backups, Policies and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makes a backup immutable?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PAM used for?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a mitigation for insider threats.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four organisational policies.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test restoring backups?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Mitigation, Backups, Policies and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makes a backup immutable?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It cannot be changed, overwritten or deleted.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PAM used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Managing privileged (elevated) access such as super-user accounts.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a mitigation for insider threats.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Access controls, monitoring unusual activity or segregation of duties.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four organisational policies.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four from the list, e.g. AUP, password, BYOD, backup.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test restoring backups?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To prove the backups actually work.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Ransomware-proof the backups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Mitigation, Backups, Policies and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 design agency backs up to a USB drive left plugged in to the server.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Explain why this would fail against ransomware.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Design a new backup strategy using the backup criteria.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the backup policy rules staff must follow.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Includes an immutable or offline copy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six criteria addressed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Restore testing is scheduled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Cyber Essentials control relates to least privilege?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is a USB backup left plugged in risky?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often should an information security policy be reviewed?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Cyber Security - Propose Remediation Advice for a Security Risk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https://lana6478.github.io/Digital-Suport-and-security-T-levle/#/02-occupational-specialisms/cyber-security/02-remediation-and-risk-assessment.md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Mitigation, Backups, Policies and Compliance</dc:title>
  <dc:subject>Digital Support and Security T Level: Cyber Security Content Area 2</dc:subject>
  <dc:creator>Samuel O'Connell</dc:creator>
  <cp:keywords>T Level; Digital Support and Security; lesson slides; 2.11, 2.21, 2.23, 2.24, 2.25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