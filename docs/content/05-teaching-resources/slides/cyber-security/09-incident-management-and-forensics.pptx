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purpose of forensics is to gather legitimate evidence. If evidence is tampered with, it may not be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Crimes are reported to the police and personal data breaches to the 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Incident Management and Digital Forensics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Cyber Security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2.1, 2.19, 2.20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Incident Management and Digital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five-stage compliance model for computer forensics.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stages of incident and event management.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Escalate a security incident while preserving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spot ransomware encrypting files on a colleague's PC. Do you switch it off, unplug the network cable, or do something else?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Forensic compliance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Incident Management and Digital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65633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3545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What evidence exists, where and how it is stored.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3545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Preservation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Isolate and secure it in order, without tampering.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3545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Reconstruct fragments and draw evidence-based conclusions.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3545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Documentation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Record every finding and every step.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3545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Presentation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Report to the right body, e.g. law enforcement.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Incident and event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Incident Management and Digital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2315" y="2808732"/>
            <a:ext cx="9627064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62275" y="25069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Via service desk, phone, email, SMS or chat.</a:t>
            </a:r>
          </a:p>
        </p:txBody>
      </p:sp>
      <p:sp>
        <p:nvSpPr>
          <p:cNvPr id="11" name="Oval 10"/>
          <p:cNvSpPr/>
          <p:nvPr/>
        </p:nvSpPr>
        <p:spPr>
          <a:xfrm>
            <a:off x="2566786" y="25069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3150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53150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290310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Manually or automatically by monitoring.</a:t>
            </a:r>
          </a:p>
        </p:txBody>
      </p:sp>
      <p:sp>
        <p:nvSpPr>
          <p:cNvPr id="15" name="Oval 14"/>
          <p:cNvSpPr/>
          <p:nvPr/>
        </p:nvSpPr>
        <p:spPr>
          <a:xfrm>
            <a:off x="4171296" y="25069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7661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Manage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57661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894821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Raise a ticket, assign, categorise by impact.</a:t>
            </a:r>
          </a:p>
        </p:txBody>
      </p:sp>
      <p:sp>
        <p:nvSpPr>
          <p:cNvPr id="19" name="Oval 18"/>
          <p:cNvSpPr/>
          <p:nvPr/>
        </p:nvSpPr>
        <p:spPr>
          <a:xfrm>
            <a:off x="5775807" y="25069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2172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Prioritise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62172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99332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Urgency, SLAs, escalation; report crimes and breaches.</a:t>
            </a:r>
          </a:p>
        </p:txBody>
      </p:sp>
      <p:sp>
        <p:nvSpPr>
          <p:cNvPr id="23" name="Oval 22"/>
          <p:cNvSpPr/>
          <p:nvPr/>
        </p:nvSpPr>
        <p:spPr>
          <a:xfrm>
            <a:off x="7380318" y="25069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6682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Resolve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66682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103842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Workaround or permanent fix.</a:t>
            </a:r>
          </a:p>
        </p:txBody>
      </p:sp>
      <p:sp>
        <p:nvSpPr>
          <p:cNvPr id="27" name="Oval 26"/>
          <p:cNvSpPr/>
          <p:nvPr/>
        </p:nvSpPr>
        <p:spPr>
          <a:xfrm>
            <a:off x="8984829" y="25069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1193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Close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1193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708353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Confirm and write an incident report.</a:t>
            </a:r>
          </a:p>
        </p:txBody>
      </p:sp>
      <p:sp>
        <p:nvSpPr>
          <p:cNvPr id="31" name="Oval 30"/>
          <p:cNvSpPr/>
          <p:nvPr/>
        </p:nvSpPr>
        <p:spPr>
          <a:xfrm>
            <a:off x="10589339" y="25069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5704" y="3284219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Document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75704" y="4061460"/>
            <a:ext cx="1467350" cy="12039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312864" y="4198620"/>
            <a:ext cx="1193030" cy="929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Store records per data protection law.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incident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Incident Management and Digital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Executive summary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Discovery and investigation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Impact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Mitigation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Recommendations and any ongoing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Write the executive summary last, and for a manager who will only read that 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Escalating while preserving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Incident Management and Digital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38201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08026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Date, time and description of the incident.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08026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e.g. isolate the device from the network.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08026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Preserve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Copy the relevant log files.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08026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Escalate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Pass to the right person or authority.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435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Isolating rather than powering off keeps evidence in memory that would otherwise be lost.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Incident Management and Digital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second stage of the forensic compliance model?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Who should a personal data breach be reported to?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sections of an incident report.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isolate a device rather than switch it off?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Incident Management and Digital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second stage of the forensic compliance model?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Preservation.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Who should a personal data breach be reported to?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ICO.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three sections of an incident report.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three of: executive summary, discovery and investigation, impact, mitigation, recommendations, ongoing risk.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isolate a device rather than switch it off?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stop the spread while preserving evidence held in memory.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Handle the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Incident Management and Digital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Scenario: at 09:40 a finance clerk reports a pop-up demanding bitcoin. Two shared drives are now unreadable.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Work through each incident management stage and record your actions.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List the evidence you would preserve and how.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the executive summary of the incident report.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Stages in the correct order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Evidence preserved before remediation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ICO reporting considered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Summary is clear to a manager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must forensic evidence be preserved in chronological order?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a workaround and a permanent fix?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must the police be informed?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Cyber Security - Propose Remediation Advice for a Security Risk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https://lana6478.github.io/Digital-Suport-and-security-T-levle/#/02-occupational-specialisms/cyber-security/02-remediation-and-risk-assessment.md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Management and Digital Forensics</dc:title>
  <dc:subject>Digital Support and Security T Level: Cyber Security Content Area 2</dc:subject>
  <dc:creator>Samuel O'Connell</dc:creator>
  <cp:keywords>T Level; Digital Support and Security; lesson slides; 2.1, 2.19, 2.20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