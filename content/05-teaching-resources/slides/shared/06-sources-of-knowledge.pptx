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 Security adds professional bodies (CIISec, CREST, ISACA, UK Cyber Security Council), the ICO, CIS Benchmarks and the CVE database. Observation (dashboards, inspection) also counts as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Techniques: formative and summative evaluation, qualitative and quantitative methods, corroboration, triangulation. Tools: gap analysis, KPI analysis, scorecards, user diaries, maturity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Researching and Evaluating Sources of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3 and Core 2.11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 to 3.8 (all specialisms), Core Paper 1 2.11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types of sources of knowledge for a technical requirement.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reliability and validity factors to judge a source.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types of bias and how to reduce them.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critical thinking, evaluation tools and communication methods to share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search for how to fix an error and get a forum post, a vendor article and a YouTube video. Which do you trust most,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Textbooks, journals, manuals, supplier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Websites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Wikis, forums, Stack Overflow, manufacturer 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Social media, blogs, vlogs, podcasts, webinars.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Peers, managers, professional networks and conferences.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MOOCs and vendor qualifications such as Cisco or CompTIA.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Professional bodies, regulators, standards and databases such as CVE.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 the source reliable and valid?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the author credible, qualified and linked to a recognised body?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it cite its sources?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the version and date recent enough?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it fit the task, the context and the audience?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Corroboration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 other independent sources agree?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opinion shaping the content?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Author or proprietary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Personal opinion or a vendor promoting its own product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Confirmation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Only accepting sources that support what you already think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Choosing sources to fit a predetermined conclusion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Assumptions based on one society's norms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Availability (cyber)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Opinion skewed by the most recent or memorable event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Indicators: partiality, prejudice, omission. Reduce bias with evidence and an inclusive, objective approach.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Critical thinking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Relevant arguments, views and opinions.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Spot bias; link the data together.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Select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Choose evaluation techniques and tools.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Assess findings and draw conclusions.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Write up the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Sharing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Recording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Ticket systems track trends and satisfaction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Chatbots answer common questions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Record user, issue, resolution and time taken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Track status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Communication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ITSM tools and knowledge bases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Wikis, shared documents and workspaces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Email, chat, video calls, forums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Project tools:</a:t>
            </a:r>
            <a:r>
              <a:rPr sz="2100" b="0">
                <a:solidFill>
                  <a:srgbClr val="202122"/>
                </a:solidFill>
                <a:latin typeface="Calibri"/>
              </a:rPr>
              <a:t> issue logs, Gantt, Kanban, burndown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Cyber:</a:t>
            </a:r>
            <a:r>
              <a:rPr sz="2100" b="0">
                <a:solidFill>
                  <a:srgbClr val="202122"/>
                </a:solidFill>
                <a:latin typeface="Calibri"/>
              </a:rPr>
              <a:t> CyBOK and MITRE ATT&amp;CK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three factors that make a source reliable.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confirmation bias?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triangulation?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gap analysis compare?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one knowledge base used in cyber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three factors that make a source reliable.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authority, evidence, currency, relevance, corroboration, lack of bias.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confirmation bias?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Favouring sources that support what you already believe.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triangulation?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Checking a finding using three or more different sources or methods.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gap analysis compare?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current state against the desired state.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one knowledge base used in cyber security.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CyBOK or MITRE ATT&amp;CK.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Source showdown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Researching and Evaluating Sources of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Research question: 'Is Wi-Fi 7 worth installing in a small office this year?'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three different types of source.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Score each for authority, currency, evidence and bias.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which source to trust most and justify it in technical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Three different source types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factor scored with a reason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Any bias identified and named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Clear, justified recommendation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3 and Core 2.11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 vendor's own article possibly biased?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corroborate a forum answer?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communication method would you use to share a fix with your team?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Sources of Knowledge,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Researching and Evaluating Sources of Knowledge</dc:title>
  <dc:subject>Digital Support and Security T Level: Specialism Content Area 3 and Core 2.11</dc:subject>
  <dc:creator>Samuel O'Connell</dc:creator>
  <cp:keywords>T Level; Digital Support and Security; lesson slides; 3.1 to 3.8 (all specialisms), Core Paper 1 2.11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