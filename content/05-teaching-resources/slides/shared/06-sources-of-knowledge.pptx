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Cyber Security adds professional bodies (CIISec, CREST, ISACA, UK Cyber Security Council), the ICO, CIS Benchmarks and the CVE database. Observation (dashboards, inspection) also counts as a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Techniques: formative and summative evaluation, qualitative and quantitative methods, corroboration, triangulation. Tools: gap analysis, KPI analysis, scorecards, user diaries, maturity assessments.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4EA1FF"/>
                </a:solidFill>
                <a:latin typeface="Calibri"/>
              </a:rPr>
              <a:t>OCCUPATIONAL SPECIALISMS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Researching and Evaluating Sources of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Specialism Content Area 3 and Core 2.11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3.1 to 3.8 (all specialisms), Core Paper 1 2.11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3 and Core 2.11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Researching and Evaluating Sources of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types of sources of knowledge for a technical requirement.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Apply reliability and validity factors to judge a source.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 types of bias and how to reduce them.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 critical thinking, evaluation tools and communication methods to share findings.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 search for how to fix an error and get a forum post, a vendor article and a YouTube video. Which do you trust most, and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3 and Core 2.11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Types of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Researching and Evaluating Sources of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Literature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Textbooks, journals, manuals, supplier literature.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Websites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Wikis, forums, Stack Overflow, manufacturer sites.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Media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Social media, blogs, vlogs, podcasts, webinars.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People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Peers, managers, professional networks and conferences.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MOOCs and vendor qualifications such as Cisco or CompTIA.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Specialist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Professional bodies, regulators, standards and databases such as CVE.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3 and Core 2.11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Is the source reliable and valid?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Researching and Evaluating Sources of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Authority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Is the author credible, qualified and linked to a recognised body?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Does it cite its sources?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Currency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Is the version and date recent enough?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Relevance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Does it fit the task, the context and the audience?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Corroboration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Do other independent sources agree?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Bias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Is opinion shaping the content?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3 and Core 2.11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Types of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Researching and Evaluating Sources of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4125"/>
                <a:gridCol w="7740289"/>
              </a:tblGrid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looks like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Author or proprietary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Personal opinion or a vendor promoting its own product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Confirmation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Only accepting sources that support what you already think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Selection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Choosing sources to fit a predetermined conclusion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Cultural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Assumptions based on one society's norms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Availability (cyber)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Opinion skewed by the most recent or memorable event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Indicators: partiality, prejudice, omission. Reduce bias with evidence and an inclusive, objective approach.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3 and Core 2.11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Critical thinking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Researching and Evaluating Sources of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3217" y="2793492"/>
            <a:ext cx="8985260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83177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Identify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Relevant arguments, views and opinions.</a:t>
            </a:r>
          </a:p>
        </p:txBody>
      </p:sp>
      <p:sp>
        <p:nvSpPr>
          <p:cNvPr id="11" name="Oval 10"/>
          <p:cNvSpPr/>
          <p:nvPr/>
        </p:nvSpPr>
        <p:spPr>
          <a:xfrm>
            <a:off x="3529492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4955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Analyse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4955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32115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Spot bias; link the data together.</a:t>
            </a:r>
          </a:p>
        </p:txBody>
      </p:sp>
      <p:sp>
        <p:nvSpPr>
          <p:cNvPr id="15" name="Oval 14"/>
          <p:cNvSpPr/>
          <p:nvPr/>
        </p:nvSpPr>
        <p:spPr>
          <a:xfrm>
            <a:off x="5775807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1270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Select tools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270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78430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Choose evaluation techniques and tools.</a:t>
            </a:r>
          </a:p>
        </p:txBody>
      </p:sp>
      <p:sp>
        <p:nvSpPr>
          <p:cNvPr id="19" name="Oval 18"/>
          <p:cNvSpPr/>
          <p:nvPr/>
        </p:nvSpPr>
        <p:spPr>
          <a:xfrm>
            <a:off x="8022122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585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Evaluate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87585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24745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Assess findings and draw conclusions.</a:t>
            </a:r>
          </a:p>
        </p:txBody>
      </p:sp>
      <p:sp>
        <p:nvSpPr>
          <p:cNvPr id="23" name="Oval 22"/>
          <p:cNvSpPr/>
          <p:nvPr/>
        </p:nvSpPr>
        <p:spPr>
          <a:xfrm>
            <a:off x="10268437" y="2491740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3900" y="3268979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3900" y="404622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71060" y="418338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Write up the conclusions.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3 and Core 2.11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Sharing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Researching and Evaluating Sources of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Recording issues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Ticket systems track trends and satisfaction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Chatbots answer common questions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Record user, issue, resolution and time taken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Track status and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Communication methods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ITSM tools and knowledge bases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Wikis, shared documents and workspaces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0">
                <a:solidFill>
                  <a:srgbClr val="202122"/>
                </a:solidFill>
                <a:latin typeface="Calibri"/>
              </a:rPr>
              <a:t>Email, chat, video calls, forums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1">
                <a:solidFill>
                  <a:srgbClr val="202122"/>
                </a:solidFill>
                <a:latin typeface="Calibri"/>
              </a:rPr>
              <a:t>Project tools:</a:t>
            </a:r>
            <a:r>
              <a:rPr sz="2100" b="0">
                <a:solidFill>
                  <a:srgbClr val="202122"/>
                </a:solidFill>
                <a:latin typeface="Calibri"/>
              </a:rPr>
              <a:t> issue logs, Gantt, Kanban, burndown</a:t>
            </a:r>
          </a:p>
          <a:p>
            <a:pPr marL="274320" indent="-274320">
              <a:spcAft>
                <a:spcPts val="945"/>
              </a:spcAft>
              <a:buClr>
                <a:srgbClr val="0645AD"/>
              </a:buClr>
              <a:buFont typeface="Arial"/>
              <a:buChar char="•"/>
            </a:pPr>
            <a:r>
              <a:rPr sz="2100" b="1">
                <a:solidFill>
                  <a:srgbClr val="202122"/>
                </a:solidFill>
                <a:latin typeface="Calibri"/>
              </a:rPr>
              <a:t>Cyber:</a:t>
            </a:r>
            <a:r>
              <a:rPr sz="2100" b="0">
                <a:solidFill>
                  <a:srgbClr val="202122"/>
                </a:solidFill>
                <a:latin typeface="Calibri"/>
              </a:rPr>
              <a:t> CyBOK and MITRE ATT&amp;CK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3 and Core 2.11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Researching and Evaluating Sources of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three factors that make a source reliable.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confirmation bias?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triangulation?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a gap analysis compare?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one knowledge base used in cyber security.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3 and Core 2.11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Researching and Evaluating Sources of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three factors that make a source reliable.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three of: authority, evidence, currency, relevance, corroboration, lack of bias.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confirmation bias?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Favouring sources that support what you already believe.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triangulation?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Checking a finding using three or more different sources or methods.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a gap analysis compare?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current state against the desired state.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one knowledge base used in cyber security.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CyBOK or MITRE ATT&amp;CK.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OCCUPATIONAL SPECIALISMS  ·  Specialism Content Area 3 and Core 2.11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Source showdown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Researching and Evaluating Sources of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Research question: 'Is Wi-Fi 7 worth installing in a small office this year?'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Find three different types of source.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Score each for authority, currency, evidence and bias.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Recommend which source to trust most and justify it in technical language.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Three different source types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Each factor scored with a reason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Any bias identified and named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Clear, justified recommendation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OCCUPATIONAL SPECIALISMS  ·  Specialism Content Area 3 and Core 2.11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is a vendor's own article possibly biased?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would you corroborate a forum answer?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communication method would you use to share a fix with your team?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Sources of Knowledge, on your specialism's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https://lana6478.github.io/Digital-Suport-and-security-T-levle/#/02-occupational-specialisms/00-overview.md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Researching and Evaluating Sources of Knowledge</dc:title>
  <dc:subject>Digital Support and Security T Level: Specialism Content Area 3 and Core 2.11</dc:subject>
  <dc:creator>Samuel O'Connell</dc:creator>
  <cp:keywords>T Level; Digital Support and Security; lesson slides; 3.1 to 3.8 (all specialisms), Core Paper 1 2.11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