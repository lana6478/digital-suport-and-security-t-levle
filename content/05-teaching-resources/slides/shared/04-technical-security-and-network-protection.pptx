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Principles behind all of these: the CIA triad and IAAA (identification, authentication, authorisation, accountability).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Connected devices: WPA2/WPA3, device authentication, encryption, patching, MFA, single logout. Minimum standard principles: identify, protect, detect, respond, recover.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a disposable VM so students cannot break a shared machine.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4EA1FF"/>
                </a:solidFill>
                <a:latin typeface="Calibri"/>
              </a:rPr>
              <a:t>OCCUPATIONAL SPECIALISMS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Technical Security and Network Protection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Specialism Content Area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Technical controls, encryption, network security, access control, topologies and vulnerabilities (1.19 to 1.33)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Support and Security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SPECIALISMS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Technical Security and Network Protection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0" i="0">
                <a:solidFill>
                  <a:srgbClr val="202122"/>
                </a:solidFill>
                <a:latin typeface="Calibri"/>
              </a:rPr>
              <a:t>Describe technical security controls, including device hardening, RMM and vulnerability scanning.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encryption for data at rest and in transit.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access control models and methods of securing network traffic.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Match common vulnerabilities to suitable controls.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You are given a brand new laptop to set up for a manager. What would you change before handing it over, to make it more secure?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SPECIALISMS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Technical security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Technical Security and Network Protection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Cyber Essentials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Firewalls, secure configuration, access control, malware protection, patching.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Device hardening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Remove unneeded programs, accounts and ports; change default passwords.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RMM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Remote monitoring and management of devices across the network.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600" b="1" i="0">
                <a:solidFill>
                  <a:srgbClr val="03306E"/>
                </a:solidFill>
                <a:latin typeface="Calibri"/>
              </a:rPr>
              <a:t>Vulnerability scanning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Port and device scans to find weak points.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6818" y="425196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1178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800" b="1" i="0">
                <a:solidFill>
                  <a:srgbClr val="03306E"/>
                </a:solidFill>
                <a:latin typeface="Calibri"/>
              </a:rPr>
              <a:t>Segmentation and MFA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6818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Split the network to contain attacks; require more than one factor to log 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SPECIALISMS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Encryption as risk mitigation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Technical Security and Network Protection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Symmetric and asymmetric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Symmetric:</a:t>
            </a:r>
            <a:r>
              <a:rPr sz="2200" b="0">
                <a:solidFill>
                  <a:srgbClr val="202122"/>
                </a:solidFill>
                <a:latin typeface="Calibri"/>
              </a:rPr>
              <a:t> one shared key encrypts and decrypts, e.g. card payments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Asymmetric:</a:t>
            </a:r>
            <a:r>
              <a:rPr sz="2200" b="0">
                <a:solidFill>
                  <a:srgbClr val="202122"/>
                </a:solidFill>
                <a:latin typeface="Calibri"/>
              </a:rPr>
              <a:t> public and private key pair, e.g. encrypted email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At rest and in transit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At rest:</a:t>
            </a:r>
            <a:r>
              <a:rPr sz="2200" b="0">
                <a:solidFill>
                  <a:srgbClr val="202122"/>
                </a:solidFill>
                <a:latin typeface="Calibri"/>
              </a:rPr>
              <a:t> full disk encryption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HSM:</a:t>
            </a:r>
            <a:r>
              <a:rPr sz="2200" b="0">
                <a:solidFill>
                  <a:srgbClr val="202122"/>
                </a:solidFill>
                <a:latin typeface="Calibri"/>
              </a:rPr>
              <a:t> hardware security module safeguarding keys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TPM:</a:t>
            </a:r>
            <a:r>
              <a:rPr sz="2200" b="0">
                <a:solidFill>
                  <a:srgbClr val="202122"/>
                </a:solidFill>
                <a:latin typeface="Calibri"/>
              </a:rPr>
              <a:t> chip storing device-specific keys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In transit:</a:t>
            </a:r>
            <a:r>
              <a:rPr sz="2200" b="0">
                <a:solidFill>
                  <a:srgbClr val="202122"/>
                </a:solidFill>
                <a:latin typeface="Calibri"/>
              </a:rPr>
              <a:t> SSL and its successor TLS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SPECIALISMS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Access control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Technical Security and Network Protection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45262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0202"/>
                <a:gridCol w="9014212"/>
              </a:tblGrid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How access is decided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IDS / IPS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Intrusion detection spots threats in traffic; intrusion prevention blocks them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NAC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Network access control enforces policy on devices and users joining the network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MAC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Mandatory: a hierarchy of security levels set centrally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DAC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Discretionary: the owner of a resource decides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ABAC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Attribute based: user, resource and environment attributes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RBAC / RuBAC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Role based: by job role; rule based: by a list of rules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SPECIALISMS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Securing network traffic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Technical Security and Network Protection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Physical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Software-defined networking with TLS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DMZ:</a:t>
            </a:r>
            <a:r>
              <a:rPr sz="2200" b="0">
                <a:solidFill>
                  <a:srgbClr val="202122"/>
                </a:solidFill>
                <a:latin typeface="Calibri"/>
              </a:rPr>
              <a:t> a buffer zone for public-facing servers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Air gapping:</a:t>
            </a:r>
            <a:r>
              <a:rPr sz="2200" b="0">
                <a:solidFill>
                  <a:srgbClr val="202122"/>
                </a:solidFill>
                <a:latin typeface="Calibri"/>
              </a:rPr>
              <a:t> no connection at 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Virtual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VLANs separate traffic on shared hardware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VPNs and IPSec encrypt traffic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VRF:</a:t>
            </a:r>
            <a:r>
              <a:rPr sz="2200" b="0">
                <a:solidFill>
                  <a:srgbClr val="202122"/>
                </a:solidFill>
                <a:latin typeface="Calibri"/>
              </a:rPr>
              <a:t> separate routing tables on one router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Subnets and virtual air gaps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SPECIALISMS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Common vulnerabilities and their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Technical Security and Network Protection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45262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68288"/>
                <a:gridCol w="6526126"/>
              </a:tblGrid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Vulnerability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Missing patches or firmware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Patch management software and test devices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Weak or default passwords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NCSC-aligned minimum password rules, lockout and reset policy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Insecure BIOS / UEFI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Review and update settings, set a password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Misconfigured permissions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Test and schedule audits, remove leavers' access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Insecure disposal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Data wiping and WEEE compliance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DHCP spoofing, VLAN hopping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DHCP snooping, network monitoring (DI)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SPECIALISMS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Technical Security and Network Protection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device hardening?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type of encryption uses a public and private key?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the difference between an IDS and an IPS?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a DMZ?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access control model gives access by job role?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SPECIALISMS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Technical Security and Network Protection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700" b="0" i="0">
                <a:solidFill>
                  <a:srgbClr val="54595D"/>
                </a:solidFill>
                <a:latin typeface="Calibri"/>
              </a:rPr>
              <a:t>What is device hardening?</a:t>
            </a:r>
          </a:p>
          <a:p>
            <a:r>
              <a:rPr sz="1700" b="1">
                <a:solidFill>
                  <a:srgbClr val="03306E"/>
                </a:solidFill>
                <a:latin typeface="Calibri"/>
              </a:rPr>
              <a:t>Removing unneeded programs, accounts and ports and changing defaults to reduce vulnerabilities.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type of encryption uses a public and private key?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Asymmetric.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the difference between an IDS and an IPS?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An IDS detects threats; an IPS also blocks them.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a DMZ?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 buffer network between the internet and the internal network, for public-facing servers.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access control model gives access by job role?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RBAC.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SPECIALISMS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Harden a device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Technical Security and Network Protection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30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Pairs, on a lab PC or VM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Record the current state: open ports, installed software, accounts, update status.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Apply hardening: remove unneeded software, disable unused accounts, apply updates, set password rules.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Install or configure anti-malware and the host firewall.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Run a scan to confirm the changes and record the before and after.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Before and after evidence recorded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Each change linked to a vulnerability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Configuration tested, not assumed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OCCUPATIONAL SPECIALISMS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does a TPM store?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put a web server in a DMZ?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Name one control for misconfigured permissions.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Security Procedures and Controls, on your specialism's page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https://lana6478.github.io/Digital-Suport-and-security-T-levle/#/02-occupational-specialisms/00-overview.md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Technical Security and Network Protection</dc:title>
  <dc:subject>Digital Support and Security T Level: Specialism Content Area 1</dc:subject>
  <dc:creator>Samuel O'Connell</dc:creator>
  <cp:keywords>T Level; Digital Support and Security; lesson slides; Technical controls, encryption, network security, access control, topologies and vulnerabilities (1.19 to 1.33)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