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Plenum-rated cable gives off less smoke and toxic fumes, burns less, keeps working at higher heat, and complies with the Construction Products Regulation (CPR).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full tables for Cat3 and Cat5 and for fibre OM1 to OM4 by wavelength are on the wiki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NETWORK CABLING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Cable Media, Connectors and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Network Cabling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2.11 to 2.16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Cable Media, Connectors and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copper and fibre media types and their uses.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benefits of plenum-rated cable.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connectors, transceivers and termination points.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copper and fibre standards and termination methods.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Why is most office cabling copper, but most links between buildings fibre?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Copper and fibre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Cable Media, Connectors and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Copper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Durable, easy to handle, cheap to install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Can carry power (PoE)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Max 90 m permanent link, 100 m channel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UTP, STP, FTP, coaxial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Fibre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Longer distances, higher bandwidth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Lightweight, less degradation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Limited by the laser quality at each end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Single-mode OS1/OS2; multi-mode OM3/OM4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Connectors and transceivers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Cable Media, Connectors and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Copper connectors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RJ-45, RJ-11, BNC, DB-9, DB-25, F-type.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Fibre connectors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LC, ST, SC, MT-RJ, MPO.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Choosing a connector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Mating type, locking (latch, screw, bayonet, APC or UPC), durability, size.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Transceivers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SFP, SFP+, GBIC, QSFP. Choose by duplex, bandwidth, WDM, rate and connector.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Termination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Cable Media, Connectors and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66 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Punch-down for telephone systems; 22 to 26 gauge wire; Cat3.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110 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Higher speeds (Cat5 to Cat6a); replaced the 66 block.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Patch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Incoming cables terminate at the back; patch leads connect at the front.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Copper cable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Cable Media, Connectors and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837"/>
                <a:gridCol w="2871495"/>
                <a:gridCol w="2349405"/>
                <a:gridCol w="3915675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Cable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Frequency (MHz)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Max length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Ethernet rate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Cat5e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100 (up to 350)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100 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 Gbps (1000BASE-T)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Cat6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250 (up to 550)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100 m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 or 10 Gbps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Cat6a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500 (up to 550)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100 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10 Gbps (10GBASE-T)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Cat7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100 m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10 Gbps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RG59 / RG6 coax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High / low bandwidth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229 m / 305 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10 Mbps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Termination methods and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Cable Media, Connectors and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Patching to a patch panel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RJ45 for Ethernet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Fusion splicing:</a:t>
            </a:r>
            <a:r>
              <a:rPr sz="2200" b="0">
                <a:solidFill>
                  <a:srgbClr val="202122"/>
                </a:solidFill>
                <a:latin typeface="Calibri"/>
              </a:rPr>
              <a:t> permanent, single-mode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Mechanical splicing:</a:t>
            </a:r>
            <a:r>
              <a:rPr sz="2200" b="0">
                <a:solidFill>
                  <a:srgbClr val="202122"/>
                </a:solidFill>
                <a:latin typeface="Calibri"/>
              </a:rPr>
              <a:t> non-permanent, single or multi-mode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Standards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TIA/EIA-568A and 568B pin-outs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Straight-through:</a:t>
            </a:r>
            <a:r>
              <a:rPr sz="2200" b="0">
                <a:solidFill>
                  <a:srgbClr val="202122"/>
                </a:solidFill>
                <a:latin typeface="Calibri"/>
              </a:rPr>
              <a:t> same standard at both ends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Crossover:</a:t>
            </a:r>
            <a:r>
              <a:rPr sz="2200" b="0">
                <a:solidFill>
                  <a:srgbClr val="202122"/>
                </a:solidFill>
                <a:latin typeface="Calibri"/>
              </a:rPr>
              <a:t> 568A at one end, 568B at the other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Ethernet:</a:t>
            </a:r>
            <a:r>
              <a:rPr sz="2200" b="0">
                <a:solidFill>
                  <a:srgbClr val="202122"/>
                </a:solidFill>
                <a:latin typeface="Calibri"/>
              </a:rPr>
              <a:t> 100BaseT through 10GBaseT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Cable Media, Connectors and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maximum copper channel length?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fibre connector is small and common in switches?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plenum-rated cable reduce in a fire?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punch-down block supports Cat6?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makes a crossover cable?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Cable Media, Connectors and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maximum copper channel length?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100 metres.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fibre connector is small and common in switches?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LC.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plenum-rated cable reduce in a fire?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Smoke and toxic fumes.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punch-down block supports Cat6?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110 block.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makes a crossover cable?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568A at one end and 568B at the other.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Spec the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Cable Media, Connectors and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Scenario: a two-storey office with 40 desks and a link to a warehouse 400 m away.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cable types for the desks, riser and warehouse link.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connectors, transceivers and termination points.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Justify each choice using the standards tables.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Lengths stay within standards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Fibre type suits the 400 m link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Plenum cable considered where needed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would you use single-mode fibre?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two copper connectors.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difference between fusion and mechanical splicing?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Network Cabling - Installation and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https://lana6478.github.io/Digital-Suport-and-security-T-levle/#/02-occupational-specialisms/network-cabling/02-cabling-installation-and-testing.md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Cable Media, Connectors and Standards</dc:title>
  <dc:subject>Digital Support and Security T Level: Network Cabling Content Area 2</dc:subject>
  <dc:creator>Samuel O'Connell</dc:creator>
  <cp:keywords>T Level; Digital Support and Security; lesson slides; 2.11 to 2.16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