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a test plan (scope, approach, resources, schedule), then interpret results against manufacturer tolerances.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 leads with a split pair, a reversed pair, an open conductor and one good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NETWORK CABLING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Testing, Certification and Troubleshooting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Network Cabling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2.17, 2.18, 2.26 to 2.29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a troubleshooting process to cabling faults.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common physical and technical failures.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Test and certify copper and fibre to recognised standards.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consequences of poor workmanship.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new desk outlet only connects at 100 Mbps instead of 1 Gbps. What could cause that?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Troubleshooting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38201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 fault, or found in routine monitoring.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Diagnose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Gather info, compare with past data, narrow down.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Test the shortlist.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Resolve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Fix, document and prevent recurrence.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435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Maintenance can be predictive (replace before failure) or reactive (run to failure).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Common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Physical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Wrong cable type or pin-out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Open or short circuit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Bad port, bent pins, cable damage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Duplex or speed mismatch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Wrong containment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Technical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Attenuation, latency, jitter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Crosstalk and EMI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Transceiver mismatch, TX/RX reversed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Bottlenecks and hardware errors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Spotted via CRC errors, lost packets, address conflicts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Testing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144"/>
                <a:gridCol w="7224270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Covers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TIA/EIA-568-B.2-1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Cat6 transmission performance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TIA/EIA-568-B.1-10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Augmented Cat6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TIA/EIA-TSB-155-A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Cat6 support for 10GBASE-T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TIA-1152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Field test instrument requirements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IEC 61935-1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Reference measurement procedures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Certifying copper and fibre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Copper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Continuity tester, performance tester, certifier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Wiremap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Cable length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Near-end crosstalk (NEXT)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Fibre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OLTS, light source and power meter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OTDR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Fibre inspection scope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Tier 1 and tier 2 testing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Why poor workmanship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Network consequences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Slower speeds and more interference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Harder maintenance and shorter cable life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Weaker security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Bad labelling slows every future fault-find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Business consequences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Cost of revisits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SLA and warranty penalties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Reputational damage and delayed payment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Failed audits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predictive and reactive maintenance?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physical cabling failures.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NEXT stand for?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tool locates a break along a fibre?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business consequence of failing certification.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predictive and reactive maintenance?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Predictive replaces before failure; reactive runs to failure.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physical cabling failures.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two, e.g. wrong pin-out, open circuit, bent pins.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NEXT stand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Near-end crosstalk.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tool locates a break along a fibre?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 OTDR.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business consequence of failing certification.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revisit costs, SLA penalties, reputational damage.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Fault-find the patch leads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Testing, Certification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Pairs, practical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Test the six numbered patch leads your teacher provides.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Record the wiremap and length result for each.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the fault in each failing lead.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short certification summary for the passing leads.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Every lead tested and recorded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Faults named correctly, e.g. split pair, open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Results compared with tolerances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NETWORK CABLING  ·  Network Cabling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every cable be tested, not just a sample?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might cause a CRC error?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does labelling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Network Cabling - Installation and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https://lana6478.github.io/Digital-Suport-and-security-T-levle/#/02-occupational-specialisms/network-cabling/02-cabling-installation-and-testing.md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Testing, Certification and Troubleshooting</dc:title>
  <dc:subject>Digital Support and Security T Level: Network Cabling Content Area 2</dc:subject>
  <dc:creator>Samuel O'Connell</dc:creator>
  <cp:keywords>T Level; Digital Support and Security; lesson slides; 2.17, 2.18, 2.26 to 2.29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