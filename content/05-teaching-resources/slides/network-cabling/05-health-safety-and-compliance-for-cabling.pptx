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NETWORK CABLING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Health, Safety and Compliance for Cabling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Network Cabling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2.19 to 2.24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Health, Safety and Compliance for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 supporting media and how to protect it during installation.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standards and legislation that govern cabling work.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Respond correctly to suspected asbestos.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risk management to working at height and in confined spaces.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 lift a ceiling tile and see old, crumbly grey board. What should you do?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Protecting supporting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Health, Safety and Compliance for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Supporting media:</a:t>
            </a:r>
            <a:r>
              <a:rPr sz="2400" b="0">
                <a:solidFill>
                  <a:srgbClr val="202122"/>
                </a:solidFill>
                <a:latin typeface="Calibri"/>
              </a:rPr>
              <a:t> telecoms, CCTV, alarms, AV, wireless access points, IoT devices.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Avoid sharing containment routes with other services.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Label service cables.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Check local records before starting.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Apply change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Segregate data cables from electrical cables in line with BS EN 50174.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Key cabling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Health, Safety and Compliance for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5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2135"/>
                <a:gridCol w="7482280"/>
              </a:tblGrid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Covers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BS EN 50173 / ISO/IEC 11801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Generic cabling systems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BS EN 50174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Installation specification and quality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BS EN 50310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Bonding and earthing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BS EN 60825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Optical fibre safety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BS 6701 and BS 7671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Installation and wiring regulations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IEEE 802.3 / 802.16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Ethernet / WiMAX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TIA/EIA-568-B, IEC 60364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Cable categories; electrical installations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Legislation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Health, Safety and Compliance for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HSWA 1974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The general duty of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Electricity at Work 1989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Safe work near electrical systems.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Work at Height 2005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Planning and equipment for work at height.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COSHH 2002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Hazardous substances.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03306E"/>
                </a:solidFill>
                <a:latin typeface="Calibri"/>
              </a:rPr>
              <a:t>Confined Spaces 1997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Safe entry and rescue plans.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PPE 2018 and Asbestos 2012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Protective equipment; control of asbestos.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If you suspect asbestos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Health, Safety and Compliance for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3217" y="2793492"/>
            <a:ext cx="8985260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83177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Stop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Stop work immediately.</a:t>
            </a:r>
          </a:p>
        </p:txBody>
      </p:sp>
      <p:sp>
        <p:nvSpPr>
          <p:cNvPr id="11" name="Oval 10"/>
          <p:cNvSpPr/>
          <p:nvPr/>
        </p:nvSpPr>
        <p:spPr>
          <a:xfrm>
            <a:off x="3529492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955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Inform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2115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Tell the relevant people.</a:t>
            </a:r>
          </a:p>
        </p:txBody>
      </p:sp>
      <p:sp>
        <p:nvSpPr>
          <p:cNvPr id="15" name="Oval 14"/>
          <p:cNvSpPr/>
          <p:nvPr/>
        </p:nvSpPr>
        <p:spPr>
          <a:xfrm>
            <a:off x="5775807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Isolate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7843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Restrict access to the area.</a:t>
            </a:r>
          </a:p>
        </p:txBody>
      </p:sp>
      <p:sp>
        <p:nvSpPr>
          <p:cNvPr id="19" name="Oval 18"/>
          <p:cNvSpPr/>
          <p:nvPr/>
        </p:nvSpPr>
        <p:spPr>
          <a:xfrm>
            <a:off x="8022122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585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Investigate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585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745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Use an asbestos-registered professional.</a:t>
            </a:r>
          </a:p>
        </p:txBody>
      </p:sp>
      <p:sp>
        <p:nvSpPr>
          <p:cNvPr id="23" name="Oval 22"/>
          <p:cNvSpPr/>
          <p:nvPr/>
        </p:nvSpPr>
        <p:spPr>
          <a:xfrm>
            <a:off x="10268437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390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7106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Removal, sealing or air-quality checks.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Working at height and in confined spaces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Health, Safety and Compliance for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At height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Risk assess before starting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Use MEWPs safely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Assemble, inspect and dismantle towers per the manufacturer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Record 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Confined spaces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Same risk management process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Correct PPE, properly maintained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Plan for rescue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Record findings clearly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Health, Safety and Compliance for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standard covers segregation of data and power cables?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first thing to do if you suspect asbestos?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regulations cover work in ceiling voids and ducts?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standard covers optical fibre safety?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Health, Safety and Compliance for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standard covers segregation of data and power cables?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BS EN 50174.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first thing to do if you suspect asbestos?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Stop work immediately.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regulations cover work in ceiling voids and ducts?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Confined Spaces Regulations 1997.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standard covers optical fibre safety?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BS EN 60825.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Method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Health, Safety and Compliance for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Scenario: run 20 new cables through a 1970s school corridor ceiling, 3.5 m high.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 method statement with a risk assessment.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Name the legislation and standards that apply at each step.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Include what to do if ACM or live services are found.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Height and asbestos risks covered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Correct legislation named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Clear stop and escalate steps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must you check local records before drilling?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piece of access equipment and its main hazard.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Who can investigate suspected asbestos?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Network Cabling - Installation and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https://lana6478.github.io/Digital-Suport-and-security-T-levle/#/02-occupational-specialisms/network-cabling/02-cabling-installation-and-testing.md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Health, Safety and Compliance for Cabling</dc:title>
  <dc:subject>Digital Support and Security T Level: Network Cabling Content Area 2</dc:subject>
  <dc:creator>Samuel O'Connell</dc:creator>
  <cp:keywords>T Level; Digital Support and Security; lesson slides; 2.19 to 2.24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