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Poor handling faults: dirty or damaged connectors (unreliable or no link), bending too tightly, and poor-quality cable or connectors.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example: 12 V across 4 ohms gives 3 A. Double the resistance and the current halves.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NETWORK CABLING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Signal Theory and Data Transmission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Network Cabling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2.1, 2.7 to 2.10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Signal Theory and Data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how data is represented, encapsulated and transmitted.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total internal reflection and single-mode and multi-mode fibre.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causes of attenuation and the effects of poor fibre handling.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Ohm's law to copper cabling.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Shine a torch down a long clear pipe. Why does less light come out of the far end?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Principles of data transmission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Signal Theory and Data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Data is represented as bits, bytes and packets.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Transmission is synchronous or asynchronous.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Links must handle error detection and correction, bandwidth limits, noise and compression.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Access methods:</a:t>
            </a:r>
            <a:r>
              <a:rPr sz="2100" b="0">
                <a:solidFill>
                  <a:srgbClr val="202122"/>
                </a:solidFill>
                <a:latin typeface="Calibri"/>
              </a:rPr>
              <a:t> CSMA/CD on wired networks, CSMA/CA on wireless.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The NIC encapsulates data into frames, packets and datagrams with addresses and sequence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Addressing: IPv4 (schemes, subnetting, masks) and IPv6 (address types).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How fibre carries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Signal Theory and Data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Total internal reflection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Light travels down the glass core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It reflects off the boundary with the cladding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Refraction principles keep it inside the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Single-mode and multi-mode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Single-mode:</a:t>
            </a:r>
            <a:r>
              <a:rPr sz="2200" b="0">
                <a:solidFill>
                  <a:srgbClr val="202122"/>
                </a:solidFill>
                <a:latin typeface="Calibri"/>
              </a:rPr>
              <a:t> one ray, narrow core, long distance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Multi-mode:</a:t>
            </a:r>
            <a:r>
              <a:rPr sz="2200" b="0">
                <a:solidFill>
                  <a:srgbClr val="202122"/>
                </a:solidFill>
                <a:latin typeface="Calibri"/>
              </a:rPr>
              <a:t> many rays, wider core, shorter distance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Attenuation: losing signal over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Signal Theory and Data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Measured in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Loss of signal strength along the cable.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Absorption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Light absorbed by particles in the glass; worse over distance.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Scattering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Light hits particles and is lost into the cladding.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Macrobends and microbends let light escape.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Ohm's law and copper cabling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Signal Theory and Data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V = I x R:</a:t>
            </a:r>
            <a:r>
              <a:rPr sz="2400" b="0">
                <a:solidFill>
                  <a:srgbClr val="202122"/>
                </a:solidFill>
                <a:latin typeface="Calibri"/>
              </a:rPr>
              <a:t> voltage equals current times resistance.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More voltage gives more current.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More resistance gives less current.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Resistance rises with cable length, signal frequency and smaller cable size.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Resistance is why copper has a maximum length: 90 m permanent link and 100 m total channel.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Signal Theory and Data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CSMA/CD stand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keeps light inside a fibre core?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fibre type suits long distances?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causes of attenuation.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Using V = I x R, what current flows with 10 V and 5 ohms?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Signal Theory and Data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CSMA/CD stand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Carrier Sense Multiple Access with Collision Detection.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keeps light inside a fibre core?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Total internal reflection.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fibre type suits long distances?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Single-mode.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causes of attenuation.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absorption, scattering, macrobending, microbending.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Using V = I x R, what current flows with 10 V and 5 ohms?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2 amps.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Signal loss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Signal Theory and Data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the fibre loss figures given by your teacher for three links.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which link has a fault, and the most likely cause.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current for three copper examples using Ohm's law.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why a 150 m copper run would be a problem.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Faulty link found with evidence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Calculations correct with units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Maximum length explained using resistance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multi-mode fibre used for short runs?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happens to current if resistance increases?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way poor handling damages fibre.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Network Cabling - Installation and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https://lana6478.github.io/Digital-Suport-and-security-T-levle/#/02-occupational-specialisms/network-cabling/02-cabling-installation-and-testing.md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Theory and Data Transmission</dc:title>
  <dc:subject>Digital Support and Security T Level: Network Cabling Content Area 2</dc:subject>
  <dc:creator>Samuel O'Connell</dc:creator>
  <cp:keywords>T Level; Digital Support and Security; lesson slides; 2.1, 2.7 to 2.10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