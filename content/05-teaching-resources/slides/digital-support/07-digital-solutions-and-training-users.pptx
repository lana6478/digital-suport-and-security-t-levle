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DIGITAL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Digital Solutions and Training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Support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2.3, 2.27, 2.29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Solutions and Training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how digital technologies support each business function.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benefits of a digital solution clearly to an audience.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training methods and tools for digital systems.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Think of the last time you learned a new app. How did you learn it? What would have made it quicker?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Digital technologies across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Solutions and Training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115"/>
                <a:gridCol w="7998299"/>
              </a:tblGrid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Technologies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Budget dashboards, invoicing, expense tracking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Sales and marketing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CRM, social media tools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Performance dashboards, ticketing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Personnel systems, digital training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Communications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Video conferencing, email, collaboration platforms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R&amp;D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CAD, IDEs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For support teams this means more demand, more training needs and more emphasis on CPD.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Explaining a digital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Solutions and Training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2351989" y="2793492"/>
            <a:ext cx="748771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2031949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Analyse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What is needed: information, services, products or transactions?</a:t>
            </a:r>
          </a:p>
        </p:txBody>
      </p:sp>
      <p:sp>
        <p:nvSpPr>
          <p:cNvPr id="11" name="Oval 10"/>
          <p:cNvSpPr/>
          <p:nvPr/>
        </p:nvSpPr>
        <p:spPr>
          <a:xfrm>
            <a:off x="5775807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2498" y="3268979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2498" y="404622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29658" y="418338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The best-fit solution: systems, software or wider technology.</a:t>
            </a:r>
          </a:p>
        </p:txBody>
      </p:sp>
      <p:sp>
        <p:nvSpPr>
          <p:cNvPr id="15" name="Oval 14"/>
          <p:cNvSpPr/>
          <p:nvPr/>
        </p:nvSpPr>
        <p:spPr>
          <a:xfrm>
            <a:off x="9519666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6356" y="3268979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Explain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6356" y="404622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73516" y="418338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The benefit, clearly and concisely, pitched to the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Training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Solutions and Training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Shadowing and desk-side support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Remote support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E-learning and simulation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VR, AR and smart boards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Gamified apps, e.g. Kahoot!, Padlet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Crib sheets and smart sheets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Webinars and screencasts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VLEs and MLEs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Sandboxed practice environments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MOOCs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Solutions and Training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a digital technology used in HR.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crib sheet?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use a sandboxed environment for training?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should you consider when explaining a solution?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Solutions and Training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a digital technology used in HR.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Personnel systems or digital training.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crib sheet?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short, quick-reference guide.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use a sandboxed environment for training?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Users can practise without affecting live systems.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should you consider when explaining a solution?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audience, and using clear, concise technical terms.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Make a crib sheet and screencast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Solutions and Training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task: setting up MFA, sharing a file securely, or booking a meeting room.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one-page crib sheet for a non-technical user.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Record a screencast of under two minutes showing the task.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Get feedback from a partner and improve one thing.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Steps are numbered and jargon-free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Screenshots or recording match the steps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Feedback acted 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training method suits a busy manager?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does CPD matter for support staff?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would you explain the benefit of a CRM to a sales team?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Digital Support - Installing, Configuring and Supporting Software and Operating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https://lana6478.github.io/Digital-Suport-and-security-T-levle/#/02-occupational-specialisms/digital-support/02-software-and-os-support.md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Solutions and Training Users</dc:title>
  <dc:subject>Digital Support and Security T Level: Digital Support Content Area 2</dc:subject>
  <dc:creator>Samuel O'Connell</dc:creator>
  <cp:keywords>T Level; Digital Support and Security; lesson slides; 2.3, 2.27, 2.29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