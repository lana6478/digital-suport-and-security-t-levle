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The user's requirement.</a:t>
            </a:r>
          </a:p>
          <a:p>
            <a:r>
              <a:t>2. Users care about what it does for them.</a:t>
            </a:r>
          </a:p>
          <a:p>
            <a:r>
              <a:t>3. Avoided or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Safe practice where mistakes don't affect live systems.</a:t>
            </a:r>
          </a:p>
          <a:p>
            <a:r>
              <a:t>2. A short quick-reference guide.</a:t>
            </a:r>
          </a:p>
          <a:p>
            <a:r>
              <a:t>3. Many people can watch it whenever they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Digital Solutions and Training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2.3, 2.27, 2.29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digital technologies support each business function.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benefits of a digital solution clearly to an audience.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training methods and tools for digital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Think of the last time you learned a new app. How did you learn it? What would have made it quicker?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technologies across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Budget dashboards, invoicing, expense tracking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Sales and marketing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CRM, social media tools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Performance dashboards, ticketing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Personnel systems, digital training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Communications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Video conferencing, email, collaboration platforms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R&amp;D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CAD, IDEs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For support teams this means more demand, more training needs and more emphasis on CPD.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Explaining a digital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Support staff often have to recommend and explain technology to people who aren't technical.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First analyse the requirement:</a:t>
            </a:r>
            <a:r>
              <a:rPr sz="2200" b="0">
                <a:solidFill>
                  <a:srgbClr val="202122"/>
                </a:solidFill>
                <a:latin typeface="Calibri"/>
              </a:rPr>
              <a:t> what do they need to do, such as access information, use a service or complete transactions? Then identify the best-fit solution: a digital system, productivity software or wider digital technology. Finally explain the benefit clearly and concisely, pitched at your audience, using the correct technical terms but explaining any jargon.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Focus on what it does for them, not how clever it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Not 'SharePoint provides versioned document libraries', but 'everyone edits the same up-to-date file, and you can always get an older version back'.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Explaining a digital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1989" y="2793492"/>
            <a:ext cx="748771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31949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is needed: information, services, products or transactions?</a:t>
            </a:r>
          </a:p>
        </p:txBody>
      </p:sp>
      <p:sp>
        <p:nvSpPr>
          <p:cNvPr id="11" name="Oval 10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498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9658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best-fit solution: systems, software or wider technology.</a:t>
            </a:r>
          </a:p>
        </p:txBody>
      </p:sp>
      <p:sp>
        <p:nvSpPr>
          <p:cNvPr id="15" name="Oval 14"/>
          <p:cNvSpPr/>
          <p:nvPr/>
        </p:nvSpPr>
        <p:spPr>
          <a:xfrm>
            <a:off x="9519666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Explain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3516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benefit, clearly and concisely, pitched to the audience.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Explaining a digital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you analyse first?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focus on benefits rather than features?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should jargon be handled?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Training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Good training helps people use systems confidently and cuts support calls.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Methods include shadowing and desk-side support, remote support, e-learning and simulation, VR and AR, smart boards, and gamified apps such as Kahoot! and Padlet.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Tools include crib sheets and quick-reference guides, webinars and screencasts, virtual and managed learning environments (VLEs and MLEs), sandboxed practice environments where mistakes don't matter, and MOOCs.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Choose based on the audience, the task, the time available and how many people need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Rolling out MFA to 300 staff: a two-minute screencast, a one-page crib sheet, and drop-in desk-side help on launch 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Training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Shadowing and desk-side support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Remote support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E-learning and simulation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VR, AR and smart boards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Gamified apps, e.g. Kahoot!, Padlet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Crib sheets and smart sheets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Webinars and screencasts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VLEs and MLEs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Sandboxed practice environments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Training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sandboxed environment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crib sheet?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might a screencast suit a large rollout?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 digital technology used in HR.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crib sheet?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use a sandboxed environment for training?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should you consider when explaining a solution?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 digital technology used in HR.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Personnel systems or digital training.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crib sheet?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short, quick-reference guide.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use a sandboxed environment for training?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Users can practise without affecting live systems.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should you consider when explaining a solution?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audience, and using clear, concise technical terms.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Make a crib sheet and screencast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task: setting up MFA, sharing a file securely, or booking a meeting room.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one-page crib sheet for a non-technical user.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a screencast of under two minutes showing the task.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Get feedback from a partner and improve one 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Steps are numbered and jargon-free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Screenshots or recording match the steps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acted 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training method suits a busy manager?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CPD matter for support staff?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explain the benefit of a CRM to a sales team?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Solutions and Training Users</dc:title>
  <dc:subject>Digital Support and Security T Level: Digital Support Content Area 2</dc:subject>
  <dc:creator>Samuel O'Connell</dc:creator>
  <cp:keywords>T Level; Digital Support and Security; lesson slides; 2.3, 2.27, 2.29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