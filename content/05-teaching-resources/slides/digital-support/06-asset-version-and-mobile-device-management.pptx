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4EA1FF"/>
                </a:solidFill>
                <a:latin typeface="Calibri"/>
              </a:rPr>
              <a:t>DIGITAL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Asset, Version and Mobile Device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Digital Support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2.24 to 2.26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Asset, Version and 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version control management, including patching and rollback.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stages of the asset management process.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purpose and features of mobile device management.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Configure MDM settings for a device.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member of staff leaves a work phone on the bus. What would you want to be able to do from your desk?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Version control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Asset, Version and 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Installing and updating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Fresh installs:</a:t>
            </a:r>
            <a:r>
              <a:rPr sz="2200" b="0">
                <a:solidFill>
                  <a:srgbClr val="202122"/>
                </a:solidFill>
                <a:latin typeface="Calibri"/>
              </a:rPr>
              <a:t> OS, applications, utilities, licensing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Patches:</a:t>
            </a:r>
            <a:r>
              <a:rPr sz="2200" b="0">
                <a:solidFill>
                  <a:srgbClr val="202122"/>
                </a:solidFill>
                <a:latin typeface="Calibri"/>
              </a:rPr>
              <a:t> system, driver, firmware, anti-malware, application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Deployed with network tools such as Group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Controlling change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Rollback procedures, e.g. a device driver or failed OS update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Testing before release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Release control across local and network installs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asset management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Asset, Version and 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4006" y="2656332"/>
            <a:ext cx="8423681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63966" y="235458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3182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 and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09060"/>
            <a:ext cx="2670733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046220"/>
            <a:ext cx="2396413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User and organisational needs, constraints, deployment strategy.</a:t>
            </a:r>
          </a:p>
        </p:txBody>
      </p:sp>
      <p:sp>
        <p:nvSpPr>
          <p:cNvPr id="11" name="Oval 10"/>
          <p:cNvSpPr/>
          <p:nvPr/>
        </p:nvSpPr>
        <p:spPr>
          <a:xfrm>
            <a:off x="4371860" y="235458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533" y="313182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Acquire and implement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3909060"/>
            <a:ext cx="2670733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93693" y="4046220"/>
            <a:ext cx="2396413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Source hardware and software, integrate it.</a:t>
            </a:r>
          </a:p>
        </p:txBody>
      </p:sp>
      <p:sp>
        <p:nvSpPr>
          <p:cNvPr id="15" name="Oval 14"/>
          <p:cNvSpPr/>
          <p:nvPr/>
        </p:nvSpPr>
        <p:spPr>
          <a:xfrm>
            <a:off x="7179754" y="235458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313182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Operate and maintain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3909060"/>
            <a:ext cx="2670733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1587" y="4046220"/>
            <a:ext cx="2396413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Track licences, respond to requests.</a:t>
            </a:r>
          </a:p>
        </p:txBody>
      </p:sp>
      <p:sp>
        <p:nvSpPr>
          <p:cNvPr id="19" name="Oval 18"/>
          <p:cNvSpPr/>
          <p:nvPr/>
        </p:nvSpPr>
        <p:spPr>
          <a:xfrm>
            <a:off x="9987648" y="235458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321" y="313182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Decommission and redeploy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3909060"/>
            <a:ext cx="2670733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9481" y="4046220"/>
            <a:ext cx="2396413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Retire old kit, manage joiners and leavers.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Mobile Device Management (MDM)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Asset, Version and 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Track, locate, secure and configure mobile devices: Wi-Fi, data, hotspot, Bluetooth, email.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Separate personal and work profiles; enforce policy.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Remote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Remote wipe, disable features, restrict app stores and data, control backup.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Security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Screen lock, encryption, password rules, login limits, MFA, authenticator apps.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Asset, Version and 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rollback procedure?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happens at the decommissioning stage of asset management?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remote wipe do?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two MDM security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Asset, Version and 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rollback procedure?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way to return to the previous version if an update fails.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happens at the decommissioning stage of asset management?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Old assets are removed or retired and leaver profiles managed.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remote wipe do?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Erases a lost or stolen device remotely.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two MDM security features.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screen lock, encryption, password enforcement, login limits, MFA, authenticator apps.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Write an MDM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Asset, Version and 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 charity is giving 25 staff smartphones for fieldwork.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the MDM settings you would enforce and explain each.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Decide which features to disable and why.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the steps to follow when a phone is reported lost.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Security and usability balanced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Lost-device steps include remote wipe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Personal data considered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track software licences?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benefit of separating work and personal profiles?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thing to do when a staff member leaves.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Digital Support - Installing, Configuring and Supporting Software and Operating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https://lana6478.github.io/Digital-Suport-and-security-T-levle/#/02-occupational-specialisms/digital-support/02-software-and-os-support.md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Asset, Version and Mobile Device Management</dc:title>
  <dc:subject>Digital Support and Security T Level: Digital Support Content Area 2</dc:subject>
  <dc:creator>Samuel O'Connell</dc:creator>
  <cp:keywords>T Level; Digital Support and Security; lesson slides; 2.24 to 2.26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