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format is fast and files are easier to recover; full format scans for bad sectors, is slower and makes recovery harder.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Multi-boot is also listed: several OSs on one device, but fiddly to set up and maintain.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Process: make sure data is backed up, boot into recovery tools, follow the steps, then test that the issue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4EA1FF"/>
                </a:solidFill>
                <a:latin typeface="Calibri"/>
              </a:rPr>
              <a:t>DIGITAL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OS Deployment, Imaging and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Support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2.10 to 2.15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installation methods, boot methods, partitioning and file systems.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deployment methods and their advantages and disadvantages.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Create and deploy disk images and explain their benefits.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difference between system recovery and restoration.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have to set up 200 identical laptops by Monday. Doing each by hand takes an hour. What could you do instead?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Deployment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Installation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Network, local (CD or USB), virtualised, cloud-based.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Boot methods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Internal drive, external media, or network boot (PXE, Netboot).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Partitioning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Basic, dynamic, primary, extended, logical, GPT.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File systems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NTFS, exFAT, FAT32, ReFS, NFS, ext3, ext4, HFS, swap.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Deployment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8106"/>
                <a:gridCol w="4128154"/>
                <a:gridCol w="4128154"/>
              </a:tblGrid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Advantage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Disadvantage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Unattended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Minimal technician input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Answers must be prepared in advance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Thin imaging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Flexible across varied devices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More maintenance, harder to configure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Base image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Easy to create at scale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Harder to maintain, less flexible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In-place upgrade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Keeps user profiles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Compatibility risks, needs full OS media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Clean install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Latest OS, simple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Needs a backup first and takes time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Repair install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Fixes without data loss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Manual; may not fix every problem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578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3306E"/>
                          </a:solidFill>
                          <a:latin typeface="Calibri"/>
                        </a:rPr>
                        <a:t>Remote network install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No physical access, scales well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202122"/>
                          </a:solidFill>
                          <a:latin typeface="Calibri"/>
                        </a:rPr>
                        <a:t>Limited by network speed; needs PXE setup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Creating and deploying a disk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6024" y="2305812"/>
            <a:ext cx="9359646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95984" y="2004059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1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Base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5854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69570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Install and configure the OS, apps and drivers.</a:t>
            </a:r>
          </a:p>
        </p:txBody>
      </p:sp>
      <p:sp>
        <p:nvSpPr>
          <p:cNvPr id="11" name="Oval 10"/>
          <p:cNvSpPr/>
          <p:nvPr/>
        </p:nvSpPr>
        <p:spPr>
          <a:xfrm>
            <a:off x="2967913" y="2004059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0569" y="2781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Answer 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569" y="355854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57729" y="369570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Create the customisation file.</a:t>
            </a:r>
          </a:p>
        </p:txBody>
      </p:sp>
      <p:sp>
        <p:nvSpPr>
          <p:cNvPr id="15" name="Oval 14"/>
          <p:cNvSpPr/>
          <p:nvPr/>
        </p:nvSpPr>
        <p:spPr>
          <a:xfrm>
            <a:off x="4839843" y="2004059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2498" y="2781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Extras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2498" y="355854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9658" y="369570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Add drivers and software.</a:t>
            </a:r>
          </a:p>
        </p:txBody>
      </p:sp>
      <p:sp>
        <p:nvSpPr>
          <p:cNvPr id="19" name="Oval 18"/>
          <p:cNvSpPr/>
          <p:nvPr/>
        </p:nvSpPr>
        <p:spPr>
          <a:xfrm>
            <a:off x="6711772" y="2004059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4427" y="2781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Distribute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4427" y="355854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01587" y="369570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Put the image where devices can reach it.</a:t>
            </a:r>
          </a:p>
        </p:txBody>
      </p:sp>
      <p:sp>
        <p:nvSpPr>
          <p:cNvPr id="23" name="Oval 22"/>
          <p:cNvSpPr/>
          <p:nvPr/>
        </p:nvSpPr>
        <p:spPr>
          <a:xfrm>
            <a:off x="8583701" y="2004059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6356" y="2781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Deploy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6356" y="355854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73516" y="369570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Push it to the devices.</a:t>
            </a:r>
          </a:p>
        </p:txBody>
      </p:sp>
      <p:sp>
        <p:nvSpPr>
          <p:cNvPr id="27" name="Oval 26"/>
          <p:cNvSpPr/>
          <p:nvPr/>
        </p:nvSpPr>
        <p:spPr>
          <a:xfrm>
            <a:off x="10455630" y="2004059"/>
            <a:ext cx="640080" cy="6400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8286" y="2781300"/>
            <a:ext cx="1734769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Maintain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08286" y="3558540"/>
            <a:ext cx="1734769" cy="1386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45446" y="3695700"/>
            <a:ext cx="1460449" cy="1112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>
                <a:solidFill>
                  <a:srgbClr val="202122"/>
                </a:solidFill>
                <a:latin typeface="Calibri"/>
              </a:rPr>
              <a:t>Keep versions and drivers updated.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2197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Benefits: fewer resources, consistent builds, lower support costs and quick restoration.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Recovery and restoration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System recovery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Fixes the system in its current state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Keeps files and folders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Try this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System restoration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Used when recovery fails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Reverts to an earlier state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Recent changes may be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PXE allow?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advantage of thin imaging.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format type scans for bad sectors?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an answer file?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When would you use restoration instead of recovery?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PXE allow?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Booting a device over the network.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advantage of thin imaging.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Flexible and scales across varied devices.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format type scans for bad sectors?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Full format.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an answer file?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file containing setup answers so installation runs unattended.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When would you use restoration instead of recovery?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When recovery has failed to fix the system.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Choose the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OS Deployment, Imaging and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 A: 200 identical laptops for a school.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 B: 30 mixed devices for a design agency.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 C: one director's PC that will not boot, with irreplaceable files on it.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Choose and justify a deployment or recovery method for each.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Method suits scale and variety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Data is protected in scenario C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Advantages and disadvantages weighed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SUPPORT  ·  Digital Support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keep disk images updated?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file system would you choose for a USB stick used on Windows and macOS?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4EA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risk of an in-place upgrade.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1" i="0">
                <a:solidFill>
                  <a:srgbClr val="FFFFFF"/>
                </a:solidFill>
                <a:latin typeface="Cambria"/>
              </a:rPr>
              <a:t>Digital Support - Installing, Configuring and Supporting Software and Operating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https://lana6478.github.io/Digital-Suport-and-security-T-levle/#/02-occupational-specialisms/digital-support/02-software-and-os-support.md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Deployment, Imaging and Recovery</dc:title>
  <dc:subject>Digital Support and Security T Level: Digital Support Content Area 2</dc:subject>
  <dc:creator>Samuel O'Connell</dc:creator>
  <cp:keywords>T Level; Digital Support and Security; lesson slides; 2.10 to 2.15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