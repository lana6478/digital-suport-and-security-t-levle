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format is fast and files are easier to recover; full format scans for bad sectors, is slower and makes recovery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Multi-boot is also listed: several OSs on one device, but fiddly to set up and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Process: make sure data is backed up, boot into recovery tools, follow the steps, then test that the issue is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OS Deployment, Imaging and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2.10 to 2.15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installation methods, boot methods, partitioning and file systems.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deployment methods and their advantages and disadvantages.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Create and deploy disk images and explain their benefits.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difference between system recovery and restoration.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have to set up 200 identical laptops by Monday. Doing each by hand takes an hour. What could you do instead?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Deployment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Installation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Network, local (CD or USB), virtualised, cloud-based.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Boot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Internal drive, external media, or network boot (PXE, Netboot).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Partitioning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Basic, dynamic, primary, extended, logical, GPT.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File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NTFS, exFAT, FAT32, ReFS, NFS, ext3, ext4, HFS, swap.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Deployment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106"/>
                <a:gridCol w="4128154"/>
                <a:gridCol w="4128154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Advantage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Disadvantage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Unattended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Minimal technician input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Answers must be prepared in advance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Thin imaging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Flexible across varied devices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More maintenance, harder to configure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Base image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Easy to create at scale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Harder to maintain, less flexible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In-place upgrade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Keeps user profiles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Compatibility risks, needs full OS media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Clean install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Latest OS, simple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Needs a backup first and takes 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Repair install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Fixes without data loss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Manual; may not fix every problem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Remote network install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No physical access, scales well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Limited by network speed; needs PXE setup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Creating and deploying a disk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30581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004059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1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Base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5854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69570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Install and configure the OS, apps and drivers.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004059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2781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Answer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55854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369570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Create the customisation file.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004059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2781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Extras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55854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369570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Add drivers and software.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004059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2781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Distribute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55854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369570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Put the image where devices can reach it.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004059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2781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Deploy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55854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369570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Push it to the devices.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004059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2781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Maintain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558540"/>
            <a:ext cx="1734769" cy="1386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3695700"/>
            <a:ext cx="1460449" cy="1112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Keep versions and drivers updated.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197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Benefits: fewer resources, consistent builds, lower support costs and quick restoration.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Recovery and restoration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System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Fixes the system in its current state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Keeps files and folders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Try this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System restoration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Used when recovery fails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Reverts to an earlier state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Recent changes may be lost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PXE allow?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advantage of thin imaging.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format type scans for bad sectors?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answer file?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When would you use restoration instead of recovery?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PXE allow?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Booting a device over the network.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advantage of thin imaging.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Flexible and scales across varied devices.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format type scans for bad sectors?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Full format.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answer file?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file containing setup answers so installation runs unattended.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When would you use restoration instead of recovery?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When recovery has failed to fix the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Choose the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OS Deployment, Imaging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 A: 200 identical laptops for a school.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 B: 30 mixed devices for a design agency.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 C: one director's PC that will not boot, with irreplaceable files on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and justify a deployment or recovery method for 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Method suits scale and variety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Data is protected in scenario 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Advantages and disadvantages weighed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keep disk images updated?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file system would you choose for a USB stick used on Windows and macOS?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risk of an in-place upgrade.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Deployment, Imaging and Recovery</dc:title>
  <dc:subject>Digital Support and Security T Level: Digital Support Content Area 2</dc:subject>
  <dc:creator>Samuel O'Connell</dc:creator>
  <cp:keywords>T Level; Digital Support and Security; lesson slides; 2.10 to 2.15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