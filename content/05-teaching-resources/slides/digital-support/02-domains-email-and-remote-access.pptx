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4EA1FF"/>
                </a:solidFill>
                <a:latin typeface="Calibri"/>
              </a:rPr>
              <a:t>DIGITAL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Domains, Email and Remote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Digital Support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2.4, 2.16 to 2.20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Domains, Email and Remote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service functions that create a domain environment.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email protocols and configure on-premises and cloud email.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the purpose of remote access and VPNs.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Configure a simple VPN.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Your email arrives on your phone, laptop and the web, and they all stay in sync. How?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Service functions in a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Domains, Email and Remote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125"/>
                <a:gridCol w="7740289"/>
              </a:tblGrid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AD DS and Group Policy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Manage users, devices and groups in OUs; GPOs push settings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DHCP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Assigns IP addresses and network settings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DNS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Resolves hostnames to IP addresses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File server / DFS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Shared storage and permissions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Print server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Shared printers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Mail server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Inbound and outbound mail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Certificate authority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Issues digital certificates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Email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Domains, Email and Remote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0096"/>
                <a:gridCol w="8514318"/>
              </a:tblGrid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Protocol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POP3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Downloads mail to local software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IMAP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Keeps mail on the server, synced across devices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SMTP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Sends mail across the internet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S/MIME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Encrypts and signs email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SSL / TLS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Encrypt the connection between mail server and client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Configuring email: follow corporate policy, set up profiles and signatures, choose a provider, protocol, MX record and mail domains.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Remote access and VPNs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Domains, Email and Remote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Remote 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Work remotely as if on the network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Supports home working in a BCP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Desktop sharing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Remote support and fault diagnosis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Off-site working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VPNs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Encrypt traffic and mask the client's IP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Choose port and security protocol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Set encryption and certificates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Configure authentication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Configuring a simple VPN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Domains, Email and Remote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65633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35458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Enable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Turn on the VPN service on the server.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35458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Address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Set IP and DNS for the VPN interface.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35458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Manage authentication and permissions.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35458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Client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Create the connection to the server's IP or FQDN.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35458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3131820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3909060"/>
            <a:ext cx="2109155" cy="150876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4046220"/>
            <a:ext cx="1834835" cy="12344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Connect and check access to resources.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Domains, Email and Remote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protocol keeps mail on the server?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protocol sends email?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an MX record?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two things does a VPN do for privacy?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 certificate authority issue?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Domains, Email and Remote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protocol keeps mail on the server?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IMAP.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protocol sends email?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SMTP.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an MX record?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DNS record that says which server receives mail for a domain.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two things does a VPN do for privacy?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Encrypts traffic and masks the client's IP address.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 certificate authority issue?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Digital certificates.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Set up a mail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Domains, Email and Remote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Set up a test account in a desktop mail client using IMAP and SMTP with TLS.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Record the server names and ports used.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Explain why you chose IMAP over POP3 for a user with three devices.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Add a corporate signature that follows a given policy.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Mail sends and receives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Encrypted ports used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Choice of protocol justified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DIGITAL SUPPORT  ·  Digital Support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might a remote worker need a VPN?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does S/MIME add to email?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the DNS record used for mail.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1" i="0">
                <a:solidFill>
                  <a:srgbClr val="FFFFFF"/>
                </a:solidFill>
                <a:latin typeface="Cambria"/>
              </a:rPr>
              <a:t>Digital Support - Installing, Configuring and Supporting Software and Operating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https://lana6478.github.io/Digital-Suport-and-security-T-levle/#/02-occupational-specialisms/digital-support/02-software-and-os-support.md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Domains, Email and Remote Access</dc:title>
  <dc:subject>Digital Support and Security T Level: Digital Support Content Area 2</dc:subject>
  <dc:creator>Samuel O'Connell</dc:creator>
  <cp:keywords>T Level; Digital Support and Security; lesson slides; 2.4, 2.16 to 2.20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