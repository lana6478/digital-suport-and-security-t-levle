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real routing table with 'route print' on Windows or 'ip route' on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ordering with two rules: ALLOW port 443 from anywhere, then BLOCK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the latest values in the specification if a question asks for exact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SIP is the signalling that starts and ends the call; VoIP is the voice data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Network Infrastructure, Cabling and Unified Communications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2.1, 2.2, 2.3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Infrastructure, Cabling and Unified 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Interpret routing table data and TCP/IP configuration from console tools.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what a firewall does and how ALLOW and BLOCK rules take precedence.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cable types and Ethernet standards on bandwidth and length.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VoIP, SIP, codecs and the network metrics that affect call quality.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Open a command prompt and type ipconfig (or ifconfig on Linux or macOS). What do you think each line of the output tells you?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Reading a routing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Infrastructure, Cabling and Unified 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8320811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tells you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Network ID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The destination network the route leads to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Subnet mask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Which part of the address identifies the network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Next hop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The next router the packet is sent to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Interface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Which network interface the packet leaves through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Static or dynamic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Whether the route was entered by hand or learned from a routing protocol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Console tools and firewalls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Infrastructure, Cabling and Unified 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ipconfig / ifconfig:</a:t>
            </a:r>
            <a:r>
              <a:rPr sz="2200" b="0">
                <a:solidFill>
                  <a:srgbClr val="202122"/>
                </a:solidFill>
                <a:latin typeface="Calibri"/>
              </a:rPr>
              <a:t> shows IP address, subnet mask, default gateway and DNS servers.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Firewall:</a:t>
            </a:r>
            <a:r>
              <a:rPr sz="2200" b="0">
                <a:solidFill>
                  <a:srgbClr val="202122"/>
                </a:solidFill>
                <a:latin typeface="Calibri"/>
              </a:rPr>
              <a:t> filters traffic in and out of a network or device using rules.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Rules:</a:t>
            </a:r>
            <a:r>
              <a:rPr sz="2200" b="0">
                <a:solidFill>
                  <a:srgbClr val="202122"/>
                </a:solidFill>
                <a:latin typeface="Calibri"/>
              </a:rPr>
              <a:t> each rule ALLOWs or BLOCKs traffic by address, port or application.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Precedence:</a:t>
            </a:r>
            <a:r>
              <a:rPr sz="2200" b="0">
                <a:solidFill>
                  <a:srgbClr val="202122"/>
                </a:solidFill>
                <a:latin typeface="Calibri"/>
              </a:rPr>
              <a:t> rules are checked in order, and the first matching rule usually wins.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Admin access:</a:t>
            </a:r>
            <a:r>
              <a:rPr sz="2200" b="0">
                <a:solidFill>
                  <a:srgbClr val="202122"/>
                </a:solidFill>
                <a:latin typeface="Calibri"/>
              </a:rPr>
              <a:t> secure it with strong credentials and restrict where it can be reached from.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Put specific rules above general ones. A 'block all' rule at the top would stop every rule below it from ever being reached.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Cable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Infrastructure, Cabling and Unified 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Unshielded twisted pair. Cheap and flexible; the standard for office LANs.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Shielded twisted pair. Extra shielding reduces interference in electrically noisy areas.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Coaxial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Copper core with a braided shield. Used for broadband and TV connections.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Fibre optic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Sends light, not electricity. Very high bandwidth over long distances and immune to interference.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Ethernet cable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Infrastructure, Cabling and Unified 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49"/>
                <a:gridCol w="2438333"/>
                <a:gridCol w="1950666"/>
                <a:gridCol w="4876666"/>
              </a:tblGrid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Typical bandwidth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Max length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CAT 5e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Up to 1 Gbps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100 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Cheapest; fine for most desktops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CAT 6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Up to 10 Gbps (up to about 55 m)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100 m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Better crosstalk protection, costs more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CAT 7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Up to 10 Gbps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100 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Fully shielded, thicker and harder to install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Ethernet is the family of wired LAN standards these cables are built for.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Unified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Infrastructure, Cabling and Unified 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VoIP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Voice over IP carries phone calls as data packets over a network.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Session Initiation Protocol sets up, manages and ends VoIP calls and video sessions.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Codecs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Compress and decompress media. MPEG-4 for video, MP3 for lossy audio, FLAC for lossless audio.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What affects call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Infrastructure, Cabling and Unified 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How fast data is transferred.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Bandwidth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How much data can be carried at once.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The delay before data arrives. High latency causes talk-over.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Jitter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Variation in latency. Causes choppy, robotic audio.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Packet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Packets that never arrive. Causes gaps and dropped words.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Infrastructure, Cabling and Unified 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the next hop field in a routing table show?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cable type is immune to electrical interference?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maximum length of a CAT 6 Ethernet run?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SIP do?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network metric causes choppy, robotic-sounding calls?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Infrastructure, Cabling and Unified 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the next hop field in a routing table show?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next router a packet is sent to.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cable type is immune to electrical interference?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Fibre optic.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maximum length of a CAT 6 Ethernet run?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100 metres.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SIP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Sets up, manages and ends VoIP and video sessions.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network metric causes choppy, robotic-sounding calls?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Jitter.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Diagnose the bad VoIP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Infrastructure, Cabling and Unified 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15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 sales team complains that calls keep breaking up and people talk over each other.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which network metrics could explain each symptom.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Suggest two tests you would run to confirm your theory.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Recommend one cabling or configuration change and justify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Links talk-over to latency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Links breaking up to jitter or packet loss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Tests are realistic, e.g. ping or a VoIP quality tool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Recommendation is justified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would ipconfig tell you if a PC cannot reach the internet?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must firewall rules be placed in the right order?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codec would you pick to archive a recording without losing quality?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1: Problem Solving, Digital Support and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https://lana6478.github.io/Digital-Suport-and-security-T-levle/#/01-core-component/01-core-paper-1.md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Infrastructure, Cabling and Unified Communications</dc:title>
  <dc:subject>Digital Support and Security T Level: Core Paper 1</dc:subject>
  <dc:creator>Samuel O'Connell</dc:creator>
  <cp:keywords>T Level; Digital Support and Security; lesson slides; 2.1, 2.2, 2.3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