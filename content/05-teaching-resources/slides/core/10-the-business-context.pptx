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Organisations exist to provide a service or a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The Business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5.1, 5.2, 5.3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business sectors, business models and stakeholders.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digital systems add value to each part of a business.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user needs and quality expectations digital systems must meet.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risks and impacts of using digital systems.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Think of a business you use every week. What digital systems does it rely on? What would happen if they all stopped for a day?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business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Private (SME, large enterprise, NGO), public, and voluntary or charity (not for profit).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Business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B2C sells to consumers, B2B to other businesses, B2M to a broad mass market.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Internal stakeholders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Owners, directors and employees.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External stakeholders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Customers, suppliers, shareholders, outsourced services, investors and government.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Digital value across the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8320811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How digital systems help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Sales and marketing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Market research, social media, online selling, personalisation, analytics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Research and development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Enables unique products and services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Staff records, performance management, training records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Operations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Communication, automation, remote working, intranets, document sharing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Management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Real-time KPI monitoring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Logistics and finance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Automated stock control; lower costs, more revenue, up-to-date reporting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User needs and quality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Does what users need, effectively.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Fewer pain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Fast response times, simple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Accessibility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Usable by everyone.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Compatibility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Works with legacy, future and external systems.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Availability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Minimal downtime and future-proofed.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Effective end-user support and easy installation.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Risks and impacts of digital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Risks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1">
                <a:solidFill>
                  <a:srgbClr val="202122"/>
                </a:solidFill>
                <a:latin typeface="Calibri"/>
              </a:rPr>
              <a:t>Security breaches:</a:t>
            </a:r>
            <a:r>
              <a:rPr sz="1900" b="0">
                <a:solidFill>
                  <a:srgbClr val="202122"/>
                </a:solidFill>
                <a:latin typeface="Calibri"/>
              </a:rPr>
              <a:t> loss of confidentiality, integrity or availability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Privacy breaches of personal or business information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Regulatory or legal non-compliance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Audience exclusion through bias or poor UX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Rival technologies and technical failures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Impacts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Legal action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Fines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Reputational damage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Loss of licence to practise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Loss of business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an example of a public sector organisation.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B2B mean?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Is a supplier an internal or external stakeholder?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way digital systems add value to HR.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impacts of a data breach.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an example of a public sector organisation.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Any, e.g. the NHS, a council, a state school.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B2B mean?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Business to business.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Is a supplier an internal or external stakeholder?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External.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way digital systems add value to HR.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Staff records, performance management or training records.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impacts of a data breach.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legal action, fines, reputational damage, loss of licence, loss of business.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Digital audit of a local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The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local business, e.g. a gym, dentist or takeaway.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its sector, business model and stakeholders.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Map the digital systems it uses to each business area.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its top three digital risks and their likely impact.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Stakeholders split into internal and external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At least four business areas covered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Risks linked to realistic impacts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a public and a voluntary organisation?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quality expectation users have of a system.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impact of a breach do you think is hardest to recover from?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Business Context</dc:title>
  <dc:subject>Digital Support and Security T Level: Core Paper 2</dc:subject>
  <dc:creator>Samuel O'Connell</dc:creator>
  <cp:keywords>T Level; Digital Support and Security; lesson slides; 5.1, 5.2, 5.3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