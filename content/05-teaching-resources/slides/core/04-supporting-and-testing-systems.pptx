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must be able to select, configure and test these, and justify their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RAM.</a:t>
            </a:r>
          </a:p>
          <a:p>
            <a:r>
              <a:t>2. So the system matches their workload without overspending.</a:t>
            </a:r>
          </a:p>
          <a:p>
            <a:r>
              <a:t>3.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Beep and blink codes differ between manufacturers, so always check the technical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At start-up, often before anything appears on screen.</a:t>
            </a:r>
          </a:p>
          <a:p>
            <a:r>
              <a:t>2. Codes differ between manufacturers and models.</a:t>
            </a:r>
          </a:p>
          <a:p>
            <a:r>
              <a:t>3. A flashing light pattern on a laptop, printer or router.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 testing (checking an idea before building it) is also in the specification. Components are tested before integration so faults are easier to locate.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Faults are easier to find in one part than in the whole system.</a:t>
            </a:r>
          </a:p>
          <a:p>
            <a:r>
              <a:t>2. That a change hasn't broken existing features.</a:t>
            </a:r>
          </a:p>
          <a:p>
            <a:r>
              <a:t>3. Closed box uses only inputs and outputs; open box uses knowledge of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Errors are common at the edges, e.g. &lt; instead of &lt;=.</a:t>
            </a:r>
          </a:p>
          <a:p>
            <a:r>
              <a:t>2. It should be rejected without the system crashing.</a:t>
            </a:r>
          </a:p>
          <a:p>
            <a:r>
              <a:t>3. Any whole number outside the range, e.g.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Macros and scripts can automate repeated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So you can't convince yourself the actual result was correct.</a:t>
            </a:r>
          </a:p>
          <a:p>
            <a:r>
              <a:t>2. A fault has been found; fix it and retest.</a:t>
            </a:r>
          </a:p>
          <a:p>
            <a:r>
              <a:t>3. With macros or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Supporting and Testing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2.4, 2.5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Select hardware, operating systems and software that meet a user's needs.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Interpret fault indicators and technical documentation to diagnose problems.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testing methods and choose suitable ones.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Create test data and a test plan, and judge whether results are believable.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graphic designer and a receptionist both need a new PC. What would you choose differently for each, and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Matching systems to user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Good support starts with understanding what the user actually does.</a:t>
            </a:r>
          </a:p>
          <a:p>
            <a:pPr>
              <a:spcAft>
                <a:spcPts val="1140"/>
              </a:spcAft>
            </a:pPr>
            <a:r>
              <a:rPr sz="1900" b="1">
                <a:solidFill>
                  <a:srgbClr val="202122"/>
                </a:solidFill>
                <a:latin typeface="Calibri"/>
              </a:rPr>
              <a:t>Hardware:</a:t>
            </a:r>
            <a:r>
              <a:rPr sz="1900" b="0">
                <a:solidFill>
                  <a:srgbClr val="202122"/>
                </a:solidFill>
                <a:latin typeface="Calibri"/>
              </a:rPr>
              <a:t> more cores and a faster clock speed help with heavy processing such as video editing; more RAM lets more programs run at once; SSD storage makes everything feel faster; connectivity (Wi-Fi, Ethernet, ports) must match how they work.</a:t>
            </a:r>
          </a:p>
          <a:p>
            <a:pPr>
              <a:spcAft>
                <a:spcPts val="1140"/>
              </a:spcAft>
            </a:pPr>
            <a:r>
              <a:rPr sz="1900" b="1">
                <a:solidFill>
                  <a:srgbClr val="202122"/>
                </a:solidFill>
                <a:latin typeface="Calibri"/>
              </a:rPr>
              <a:t>Operating system:</a:t>
            </a:r>
            <a:r>
              <a:rPr sz="1900" b="0">
                <a:solidFill>
                  <a:srgbClr val="202122"/>
                </a:solidFill>
                <a:latin typeface="Calibri"/>
              </a:rPr>
              <a:t> graphical or text-based, single or multi-user, or a virtual machine if they need an isolated environment.</a:t>
            </a:r>
          </a:p>
          <a:p>
            <a:pPr>
              <a:spcAft>
                <a:spcPts val="1140"/>
              </a:spcAft>
            </a:pPr>
            <a:r>
              <a:rPr sz="1900" b="1">
                <a:solidFill>
                  <a:srgbClr val="202122"/>
                </a:solidFill>
                <a:latin typeface="Calibri"/>
              </a:rPr>
              <a:t>Software:</a:t>
            </a:r>
            <a:r>
              <a:rPr sz="1900" b="0">
                <a:solidFill>
                  <a:srgbClr val="202122"/>
                </a:solidFill>
                <a:latin typeface="Calibri"/>
              </a:rPr>
              <a:t> choose from databases, spreadsheets, word processors, presentation, communication tools and browsers based on their tasks. Always test the setup before handing it over.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receptionist needs email, a browser and a booking system: a modest PC is fine. A video editor needs a multi-core CPU, 32 GB RAM, a dedicated GPU and fast SSD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Matching systems to user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Cores, memory, storage, clock speed and connectivity. Match them to the workload.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Operating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Graphical or text based, multi-tasking, single or multi-user, or a virtual machine.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Database, spreadsheet, word processor, presentation, communication or browser.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Matching systems to user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component helps most when many programs run at once?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ask what the user does before choosing hardware?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should you do before handing over a new system?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Fault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Computers tell you what's wrong if you know how to read them.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Error numbers and error messages appear on screen. Search the exact code in the manufacturer's documentation rather than guessing.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Beep codes sound at start-up before anything appears on screen. The pattern (for example one long, two short) points to a specific fault, often memory or graphics.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Blink codes are patterns of flashing lights on laptops, printers and network devices.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Codes differ between manufacturers, so always check the technical documentation for that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PC gives three short beeps and shows nothing. The motherboard manual lists three beeps as a memory error, so you reseat the 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Fault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Error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code that can be looked up in documentation, e.g. a Windows stop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Error messages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Text describing what went wrong. Read the whole message, not just the title.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Beep codes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Patterns of beeps at start-up, often pointing to RAM or graphics faults.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Blink codes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Patterns of flashing LEDs, common on laptops and printers.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Fault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When do beep codes occur?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check the manufacturer's documentation?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an example of a blink 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Testing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Components are tested on their own before being combined, because a fault is far easier to find in one part than in a whole system.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Unit testing checks one component; integration testing checks components working together; system testing checks the whole thing; acceptance testing checks it meets the user's requirements.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Boundary testing uses values at the edge of what's allowed. Performance, load and stress testing check speed under normal, heavy and extreme use. Regression testing checks a change hasn't broken anything that used to work.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Closed box testing uses only inputs and outputs; open box testing uses knowledge of the internal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Before a new booking system goes live: unit test each function, integration test booking plus payment, load test with 500 users, then users run acceptance tests.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Testing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8320811"/>
              </a:tblGrid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checks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Unit / integration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One component alone, then components working together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System / acceptance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The whole system, then whether it meets the user's requirements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Boundary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Values at the edge of what is allowed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Performance / load / stress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Speed under normal use, heavy use and beyond its limits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Usability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How easy real users find it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That a change has not broken something that used to work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Closed box / open box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Testing without, or with, knowledge of the internal code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Testing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test components before integration?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regression testing check?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the difference between closed and open box testing?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test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Good testing uses four types of data, so you see how the system behaves in every situation.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Valid (normal) data should be accepted and processed correctly.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Invalid data is the right type but outside the rules, so it should be rejected with a helpful message.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Boundary data sits exactly at the edges of what's allowed. Bugs often hide here, because programmers mix up &lt; and &lt;=.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Erroneous data is the wrong type altogether, such as letters where a number is expected. The system should reject it without crashing.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field accepts 1 to 8 guests. Valid: 4. Invalid: 12. Boundary: 1 and 8 (and 0 and 9 just outside). Erroneous: 'four'.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test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Valid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Normal data that should be accepted. Age: 25.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Invalid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of the right type that should be rejected. Age: 150.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at the edge of the range. Age: 0 and 120.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Erroneous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of the wrong type entirely. Age: 'twenty'.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Types of test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test boundary values?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should happen with erroneous data?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An age field accepts 11 to 18. Give an invalid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Structure of a test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A test plan makes testing organised and repeatable. Each test is a row with the same columns.</a:t>
            </a:r>
          </a:p>
          <a:p>
            <a:pPr>
              <a:spcAft>
                <a:spcPts val="1140"/>
              </a:spcAft>
            </a:pPr>
            <a:r>
              <a:rPr sz="1900" b="1">
                <a:solidFill>
                  <a:srgbClr val="202122"/>
                </a:solidFill>
                <a:latin typeface="Calibri"/>
              </a:rPr>
              <a:t>Identify the test:</a:t>
            </a:r>
            <a:r>
              <a:rPr sz="1900" b="0">
                <a:solidFill>
                  <a:srgbClr val="202122"/>
                </a:solidFill>
                <a:latin typeface="Calibri"/>
              </a:rPr>
              <a:t> what exactly is being tested. Describe its purpose: why it matters. Identify the test data: the exact values to use. Describe the expected result: written before running the test. Record the actual result: what really happened.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If the actual result doesn't match the expected one, the test has found a fault to fix and retest. Repeated tests can be automated with macros or scripts.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To judge whether results are believable, check the inputs were unbiased and relevant, the results make sense, and, where needed, ask a subject matter expert.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Test 3: guests field boundary. Purpose: check the upper limit is accepted. Data: 8. Expected: accepted. Actual: rejected, so there is a bug in the range check.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Structure of a test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93065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6289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614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8338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32054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List what will be tested.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6289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40614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Describe purpose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418338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32054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Say why each test matters.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6289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40614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418338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32054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Choose the data to use.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6289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40614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Expected result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418338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32054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Predict what should happen.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6289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40614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Actual result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418338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32054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Record what really happened.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Structure of a test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write the expected result before running the test?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happens when actual and expected results differ?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can repeated tests be run automatically?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Are the results believable?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Logical reasoning:</a:t>
            </a:r>
            <a:r>
              <a:rPr sz="2400" b="0">
                <a:solidFill>
                  <a:srgbClr val="202122"/>
                </a:solidFill>
                <a:latin typeface="Calibri"/>
              </a:rPr>
              <a:t> were the inputs unbiased and relevant, and do the results make sense?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Subject matter expert:</a:t>
            </a:r>
            <a:r>
              <a:rPr sz="2400" b="0">
                <a:solidFill>
                  <a:srgbClr val="202122"/>
                </a:solidFill>
                <a:latin typeface="Calibri"/>
              </a:rPr>
              <a:t> ask someone with expertise to verify the results.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Test plan:</a:t>
            </a:r>
            <a:r>
              <a:rPr sz="2400" b="0">
                <a:solidFill>
                  <a:srgbClr val="202122"/>
                </a:solidFill>
                <a:latin typeface="Calibri"/>
              </a:rPr>
              <a:t> compare actual results against the expected results you wrote down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Always write the expected result before you run the test. Otherwise it is too easy to convince yourself the actual result was what you wanted.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two examples of fault indicators.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regression testing check?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An age field accepts 0 to 120. Give a boundary test value.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closed box and open box testing?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are components tested before integration?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two examples of fault indicators.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error numbers, error messages, beep codes, blink codes.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regression testing check?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That a change has not broken existing functionality.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An age field accepts 0 to 120. Give a boundary test value.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0 or 120.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closed box and open box testing?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Closed box tests without knowledge of the internal code; open box uses that knowledge.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are components tested before integration?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So faults can be found and located more easily.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Write a test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Individual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 booking form asks for a name, an email address and a number of guests from 1 to 8.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test plan with at least eight tests.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Include valid, invalid, boundary and erroneous data.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Fill in the expected result for every test before swapping with a partner.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five test plan columns completed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four test data types used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Boundaries at 1 and 8 tested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Expected results are precise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hardware spec matters most for a video editor?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erroneous data?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way to check that test results are accurate.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1: Problem Solving, Digital Support and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https://lana6478.github.io/Digital-Suport-and-security-T-levle/#/01-core-component/01-core-paper-1.md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Supporting and Testing Systems</dc:title>
  <dc:subject>Digital Support and Security T Level: Core Paper 1</dc:subject>
  <dc:creator>Samuel O'Connell</dc:creator>
  <cp:keywords>T Level; Digital Support and Security; lesson slides; 2.4, 2.5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