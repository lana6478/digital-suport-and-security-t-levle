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checks data is sensible, not that it is correct. 01/01/2000 passes validation even if it is the wrong birthday.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assurance methods: validation, verification, reliability, consistency, integrity and redundancy. Maintenance also depends on time, skills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be able to draw each: blocks, arrows and labels for hierarchical and network; tables, rows, columns and labels for relational. Choice depends on access efficiency, storage efficiency and implementation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intelligence feeds financial planning and analysis and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no CSV is available, students can generate one quickly; the skills are what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Quality, Systems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2.6, 3.7 to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validation checks and spreadsheet functions to interrogate data.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6 Vs of Big Data and methods of data quality assurance.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data wrangling, data entry errors and how to reduce them.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data models, access mechanisms and data analysis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customer typed their date of birth as 31/02/2008. How could the system have stopped this?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Validation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value has been entered.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right number of characters, e.g. a postcode.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Between allowed limits, e.g. 1 to 8 guests.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right data type, e.g. a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Matches a pattern, e.g. an email address.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Interrogating data in a spreadsheet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405"/>
                <a:gridCol w="693400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Sort, order and filter by field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Show only tickets with priority High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SUM, MIN, MAX, AVERAGE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=AVERAGE(D2:D100) for average fix 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=IF(D2&gt;48,"Breach","OK") to flag SLA breaches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COUNTIF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=COUNTIF(C2:C100,"Printer") to count printer faults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Import from text files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Load a CSV log into a worksheet for analysis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6 Vs of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sheer amount of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Many types: text, images, sensor readings.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Meaning and flow change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fast data arrives and must be processed.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Veracity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accurate and trustworthy it 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useful insight it gives.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38201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Put raw data into a usable shape.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85750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63474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77190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Remove errors and duplicates.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85750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63474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77190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the data meets rules.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85750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Enrich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63474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77190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Add useful extra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85750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63474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77190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Deliver it for analysis.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Core functions of a data system: input, search, save, integrate, organise (index), output and a feedback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entry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Types of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Transcription: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copying wrongly, e.g. typing 'Smtih'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Transposition: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swapping characters, e.g. 1234 becomes 1243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Ways to reduce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Input validation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Double-entry verification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Drop-down menus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Pre-filled fields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Parent and child tree. Fast for one path, poor for many-to-many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Records can have many parents. Flexible but complex to 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Relational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Tables of rows and columns linked by keys. The most common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Access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Access across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Permissions:</a:t>
            </a:r>
            <a:r>
              <a:rPr sz="2200" b="0">
                <a:solidFill>
                  <a:srgbClr val="202122"/>
                </a:solidFill>
                <a:latin typeface="Calibri"/>
              </a:rPr>
              <a:t> authorisation, privileges, access rights,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access by job role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RuBAC:</a:t>
            </a:r>
            <a:r>
              <a:rPr sz="2200" b="0">
                <a:solidFill>
                  <a:srgbClr val="202122"/>
                </a:solidFill>
                <a:latin typeface="Calibri"/>
              </a:rPr>
              <a:t> access by rules, e.g. time of day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APIs:</a:t>
            </a:r>
            <a:r>
              <a:rPr sz="2200" b="0">
                <a:solidFill>
                  <a:srgbClr val="202122"/>
                </a:solidFill>
                <a:latin typeface="Calibri"/>
              </a:rPr>
              <a:t> controlled access for other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Big Data analysis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Data warehouse:</a:t>
            </a:r>
            <a:r>
              <a:rPr sz="2200" b="0">
                <a:solidFill>
                  <a:srgbClr val="202122"/>
                </a:solidFill>
                <a:latin typeface="Calibri"/>
              </a:rPr>
              <a:t> structured, cleaned data from many sources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Data lake:</a:t>
            </a:r>
            <a:r>
              <a:rPr sz="2200" b="0">
                <a:solidFill>
                  <a:srgbClr val="202122"/>
                </a:solidFill>
                <a:latin typeface="Calibri"/>
              </a:rPr>
              <a:t> raw data in any format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Data mart:</a:t>
            </a:r>
            <a:r>
              <a:rPr sz="2200" b="0">
                <a:solidFill>
                  <a:srgbClr val="202122"/>
                </a:solidFill>
                <a:latin typeface="Calibri"/>
              </a:rPr>
              <a:t> a subset for one department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 mining and reporting turn it into business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validation check makes sure a field is not left empty?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Typing 1243 instead of 1234 is what kind of error?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of the 6 Vs is about trustworthiness?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data model uses linked tables?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data warehouse and a data lake?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validation check makes sure a field is not left empty?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Presence check.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Typing 1243 instead of 1234 is what kind of error?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Transposition error.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of the 6 Vs is about trustworthiness?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Veracity.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data model uses linked tables?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Relational.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data warehouse and a data lake?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warehouse holds structured, cleaned data; a lake holds raw data in any format.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Analyse a ticket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Quality, Systems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in a spreadsheet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9298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Import the ticket log CSV provided by your teacher (or make 20 rows of your own).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9217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39465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validation to the priority and category columns.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135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38651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COUNTIF to count tickets by category, and AVERAGE for time to fix.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90541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37836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IF to flag any ticket that took longer than 48 hours.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589727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37022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Present your findings as one chart suited to a manager.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Validation stops bad entries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Formulas are correct and reusable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Breaches flagged automatically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Chart suits the audience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validation not guarantee data is correct?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two ways to reduce data entry errors.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access mechanism would suit a hospital, and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Quality, Systems and Analysis</dc:title>
  <dc:subject>Digital Support and Security T Level: Core Paper 1</dc:subject>
  <dc:creator>Samuel O'Connell</dc:creator>
  <cp:keywords>T Level; Digital Support and Security; lesson slides; 2.6, 3.7 to 3.12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