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umbrella law. The regulations on the next slides sit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mitigation themes from the specification: training, safe environment, safety equipment and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Health and Safety in Digital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4.1 (health and safety)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employer duties under the Health and Safety at Work Act.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manual handling, work at height and DSE regulations.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the main health and safety risks of digital work.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Recommend suitable mitigations for each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Look around this room. List every hazard you can see that could hurt someone working in IT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Health and Safety at Work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Provide a safe working environment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Train staff properly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Provide adequate welfare facilities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Give relevant information, instruction and supervision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Employers carry the main duty, but employees must also take reasonable care of themselves and others.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regulations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Manual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Avoid hazardous lifting where possible. Otherwise assess the risk, give information on the load and its centre of gravity, and reduce the risk of injury.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Work at height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 and supervise the work, use competent people, do as much as possible from the ground, use suitable, stable equipment, protect against falling objects, plan for emergencies.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Display screen 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Assess workstations, reduce risks including regular breaks, provide eye tests on request, and give training and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Risks in digital work and how to reduce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458"/>
                <a:gridCol w="4034332"/>
                <a:gridCol w="4538624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Using DSE all day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Eye strain, back and wrist pain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Workstation assessment, breaks, eye tests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Working at height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Falls, dropped tools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Training, correct ladders or towers, supervision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Cable installation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Trips, cuts, electric shock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Safe environment, PPE, isolate power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Manual handling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Back injury from servers or boxes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Trolleys, team lifts, training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32907" cy="21717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75707" cy="198881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DSE</a:t>
            </a:r>
            <a:r>
              <a:rPr sz="1900">
                <a:solidFill>
                  <a:srgbClr val="202122"/>
                </a:solidFill>
                <a:latin typeface="Calibri"/>
              </a:rPr>
              <a:t>  display screen equipment, such as monitors and laptops.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00200"/>
            <a:ext cx="5432907" cy="21717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38747" y="1691640"/>
            <a:ext cx="4975707" cy="198881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Risk assessment</a:t>
            </a:r>
            <a:r>
              <a:rPr sz="1900">
                <a:solidFill>
                  <a:srgbClr val="202122"/>
                </a:solidFill>
                <a:latin typeface="Calibri"/>
              </a:rPr>
              <a:t>  identifying hazards and deciding how to control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0500"/>
            <a:ext cx="5432907" cy="21717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4091939"/>
            <a:ext cx="4975707" cy="198881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PPE</a:t>
            </a:r>
            <a:r>
              <a:rPr sz="1900">
                <a:solidFill>
                  <a:srgbClr val="202122"/>
                </a:solidFill>
                <a:latin typeface="Calibri"/>
              </a:rPr>
              <a:t>  personal protective equipment, such as gloves or hard hats.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4000500"/>
            <a:ext cx="5432907" cy="21717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8747" y="4091939"/>
            <a:ext cx="4975707" cy="198881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Competent person</a:t>
            </a:r>
            <a:r>
              <a:rPr sz="1900">
                <a:solidFill>
                  <a:srgbClr val="202122"/>
                </a:solidFill>
                <a:latin typeface="Calibri"/>
              </a:rPr>
              <a:t>  someone with the training and experience to do the task safely.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duties employers have under the Health and Safety at Work Act.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must an employer provide on request under the DSE regulations?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first rule of the Work at Height Regulations?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mitigation for manual handling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duties employers have under the Health and Safety at Work Act.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safe environment, training, welfare provision, information, instruction and supervision.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must an employer provide on request under the DSE regulations?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eye test.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first rule of the Work at Height Regulations?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Avoid working at height where possible; do as much as possible from the ground.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mitigation for manual handling risks.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Trolleys, team lifts or manual handling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Risk assess a server room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 and Safety in Digital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team is moving three rack servers and re-cabling a comms cabinet on a mezzanine floor.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at least five hazards.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Link each one to the law or regulation that applies.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a mitigation for 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Covers lifting, height and electrical hazards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regulation named for each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Mitigations are practical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regulation covers lifting a server?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DSE users need regular breaks?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hazard of installing cabling in a ceiling.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and Safety in Digital Work</dc:title>
  <dc:subject>Digital Support and Security T Level: Core Paper 2</dc:subject>
  <dc:creator>Samuel O'Connell</dc:creator>
  <cp:keywords>T Level; Digital Support and Security; lesson slides; 4.1 (health and safety)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