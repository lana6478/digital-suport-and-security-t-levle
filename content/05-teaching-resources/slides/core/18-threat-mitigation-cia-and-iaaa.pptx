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properties reinforce each other rather than standing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Threat Mitigation, the CIA Triad and IAAA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8.3, 8.4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a range of threat mitigation techniques.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internet security processes such as firewall rules and network segregation.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confidentiality, integrity and availability reinforce each other.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four stages of the IAAA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Your bank app asks for your password and then a code from a text message. Why does it bother with both?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Threat mitigation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Protect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Security settings, anti-malware, device hardening, updates to software, firmware and drivers.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Control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User access policies, software access control, MFA, password managers.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Protect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Encryption (hashing, symmetric, asymmetric) and full, incremental or differential backups.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Protect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Intrusion detection, VPNs, air gaps, API certification.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Staff vetting and training.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Port scanning and penetration testing (ethical hacking).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Internet security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Firewall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Inbound and outbound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Traffic type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Application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IP address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Network 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Segregation: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virtual, physical or offline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Network monitoring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Port scanning to find open 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CIA triad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Confidentiality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Controlling who can access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Making sure data has not been tampered with. Partly achieved by keeping it confidential.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Availability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Making sure data is accessible and usable when needed. Partly achieved by maintaining integrity.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IAAA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65633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Recognise who someone claims to be: username, card, or biometric.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Authentication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Verify that claim: password, MFA or biometrics.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Authorisation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Allow only what they are permitted: role-based access, access control lists.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Accountability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Trace actions back to the user: audit logs and activity monitoring.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are the three types of encryption named in the specification?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an air gap?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part of the CIA triad is breached if data is altered without permission?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IAAA stage checks what a logged-in user is allowed to do?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How does an audit log support accountability?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are the three types of encryption named in the specification?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Hashing, symmetric and asymmetric.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an air gap?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Physically isolating a system from other networks.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part of the CIA triad is breached if data is altered without permission?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Integrity.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IAAA stage checks what a logged-in user is allowed to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Authorisation.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How does an audit log support accountability?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It records actions so they can be traced to a user.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Defend the small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20-person accountancy firm has one server, shared Wi-Fi, no backups and a shared admin password.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five threats to the business.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mitigation for each and link it to C, I or A.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Design a simple IAAA process for staff logging in to the server.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mitigation matches its threat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CIA links are correct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four IAAA stages included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example of multi-factor authentication.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CIA property does a DDoS attack target?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a shared admin password bad for accountability?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Legislation, Business, Emerging Issues,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 Mitigation, the CIA Triad and IAAA</dc:title>
  <dc:subject>Digital Support and Security T Level: Core Paper 2</dc:subject>
  <dc:creator>Samuel O'Connell</dc:creator>
  <cp:keywords>T Level; Digital Support and Security; lesson slides; 8.3, 8.4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