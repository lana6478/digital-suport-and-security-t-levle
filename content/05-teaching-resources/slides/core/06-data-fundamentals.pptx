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the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Data's value depends on its quantity, timeframe, source and veracity, and it must be handled ethically.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Data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3.1 to 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between data, information and knowledge.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sources of data and how organisations use 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Classify data as quantitative or qualitative and choose suitable data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common data formats and storage structures.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37.8. Is that data or information? What would you need to add to make it useful?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Data, information and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1989" y="2793492"/>
            <a:ext cx="748771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31949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Raw facts and figures with no context. 37.8</a:t>
            </a:r>
          </a:p>
        </p:txBody>
      </p:sp>
      <p:sp>
        <p:nvSpPr>
          <p:cNvPr id="11" name="Oval 10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498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9658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Data given context and meaning. A patient's temperature is 37.8 C.</a:t>
            </a:r>
          </a:p>
        </p:txBody>
      </p:sp>
      <p:sp>
        <p:nvSpPr>
          <p:cNvPr id="15" name="Oval 14"/>
          <p:cNvSpPr/>
          <p:nvPr/>
        </p:nvSpPr>
        <p:spPr>
          <a:xfrm>
            <a:off x="9519666" y="249174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3268979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Knowledge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404622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3516" y="418338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Understanding applied to information. 37.8 C is a mild fever, so monitor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Where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Humans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Surveys and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AI and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Generated predictions. Watch for feedback loops that reinforce errors.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Temperature, accelerometer, vibration, sound, light, pressure.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IoT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Smart thermostats, lights, security cameras, trackers.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Customer, membership, timing and basket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How organisations use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Pattern analysis:</a:t>
            </a:r>
            <a:r>
              <a:rPr sz="2400" b="0">
                <a:solidFill>
                  <a:srgbClr val="202122"/>
                </a:solidFill>
                <a:latin typeface="Calibri"/>
              </a:rPr>
              <a:t> spotting trends in sales or faults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System performance monitoring: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load, outages, throughput, status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User monitoring: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how staff and customers use systems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Targeted marketing: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personalised offers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Threat and opportunity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Data is transformed in three ways: manipulating it, analysing it and processing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Quantitative (structured)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Discrete:</a:t>
            </a:r>
            <a:r>
              <a:rPr sz="2200" b="0">
                <a:solidFill>
                  <a:srgbClr val="202122"/>
                </a:solidFill>
                <a:latin typeface="Calibri"/>
              </a:rPr>
              <a:t> whole counts, e.g. number of tickets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Continuous:</a:t>
            </a:r>
            <a:r>
              <a:rPr sz="2200" b="0">
                <a:solidFill>
                  <a:srgbClr val="202122"/>
                </a:solidFill>
                <a:latin typeface="Calibri"/>
              </a:rPr>
              <a:t> measured values, e.g. CPU temperature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Categorical:</a:t>
            </a:r>
            <a:r>
              <a:rPr sz="2200" b="0">
                <a:solidFill>
                  <a:srgbClr val="202122"/>
                </a:solidFill>
                <a:latin typeface="Calibri"/>
              </a:rPr>
              <a:t> fixed groups, e.g. priority high, medium, 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Qualitative (unstructured)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Free text, images, audio and video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Stored and retrieved as a single object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Or codified into structured data, e.g. tagging feedback as positive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837"/>
                <a:gridCol w="5220901"/>
                <a:gridCol w="3915675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Whole numbers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Number of users: 42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Numbers with decimals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Download speed: 72.5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Character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single symbol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Grade: 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Hostname: SRV-01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True or false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Account locked: True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calendar date or 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Last login: 03/09/2026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Blob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Binary large object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 photo or PDF file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067"/>
                <a:gridCol w="5160193"/>
                <a:gridCol w="4128154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Values separated by commas, one record per line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Exporting spreadsheet data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Key and value pairs in nested objects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Web APIs and config files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XML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Data wrapped in named tags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Document and data exchange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Text file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Plain unformatted text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Logs and notes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ASCII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7-bit character set, 128 characters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Basic English text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UTF-8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Unicode encoding covering every language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Web pages and modern text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Structures for storing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about data: author, date created, file size. Gives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File 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kept in individual files, simple but hard to share and 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Directory 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Files organised into folders.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Hierarchy 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arranged in parent and child levels, like a tree.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turns data into information?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'CPU temperature' discrete or continuous data?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data type would store 'Account locked: yes or no'?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format is commonly used by web APIs?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metadata?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turns data into information?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Adding context and meaning.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'CPU temperature' discrete or continuous data?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Continuous.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data type would store 'Account locked: yes or no'?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Boolean.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format is commonly used by web APIs?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JSON.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metadata?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Data that describes other data, such as author or date created.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Design a helpdesk ticket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ten fields a helpdesk ticket should store.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data type for each field and justify it.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Classify each field as quantitative or qualitative.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one example ticket in JSON and the same ticket as a CSV 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field has a sensible data type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one Boolean and one date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JSON is correctly nested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CSV header matches the fields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your own example of data, information and knowledge.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AI-generated data be risky?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CSV over JSON?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Fundamentals</dc:title>
  <dc:subject>Digital Support and Security T Level: Core Paper 1</dc:subject>
  <dc:creator>Samuel O'Connell</dc:creator>
  <cp:keywords>T Level; Digital Support and Security; lesson slides; 3.1 to 3.6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