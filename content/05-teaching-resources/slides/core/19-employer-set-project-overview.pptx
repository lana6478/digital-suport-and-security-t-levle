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20%.</a:t>
            </a:r>
          </a:p>
          <a:p>
            <a:r>
              <a:t>2. Three.</a:t>
            </a:r>
          </a:p>
          <a:p>
            <a:r>
              <a:t>3. No, it's externally set and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Gantt chart, a resource and cost plan, and a rationale.</a:t>
            </a:r>
          </a:p>
          <a:p>
            <a:r>
              <a:t>2. No.</a:t>
            </a:r>
          </a:p>
          <a:p>
            <a:r>
              <a:t>3. A reflective evaluation against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Simulations are usually Cisco Packet Tracer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Robustness, security, organisation, user experience.</a:t>
            </a:r>
          </a:p>
          <a:p>
            <a:r>
              <a:t>2. E.g. redundant links, backups, UPS.</a:t>
            </a:r>
          </a:p>
          <a:p>
            <a:r>
              <a:t>3. It divides the network logically and makes it easier to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 small network with a wrong gateway, a wrong subnet mask and a shut-down switch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The Employer Set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Employer Set Project, all pathways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weighting and conditions of the Employer Set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what happens in the pre-task and in each assessed task.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the three ESP pathways.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 how to prepare for each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The ESP is worth 20% of your whole qualification. What do you think employers most want to see from you in a project like this?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is the ESP?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The Employer Set Project is worth 40% of the core and 20% of the whole qualification.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It's set and marked externally, and taken under supervised conditions. Instead of testing topics separately, it checks you can bring the six core skills together on one realistic project: solving problems, communicating, working with stakeholders, building artefacts, troubleshooting logically, and working securely.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There are three pathways, depending on your specialism: Digital Infrastructure and Network Cabling, Cyber Security, and Digital Support Technician. Each task is also linked to English, maths and digital competencies.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The specimen project was set in the financial sector: students planned, fixed and designed IT for a fictional finance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is the ESP?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Worth 40% of the core and 20% of the whole qualification.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Externally set, taken under supervised, controlled conditions.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Assesses the six core skills together, in one connected project.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Three pathways:</a:t>
            </a:r>
            <a:r>
              <a:rPr sz="2400" b="0">
                <a:solidFill>
                  <a:srgbClr val="202122"/>
                </a:solidFill>
                <a:latin typeface="Calibri"/>
              </a:rPr>
              <a:t> Digital Infrastructure and Network Cabling, Cyber Security, and Digital Support Technician.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Every task is linked to English, maths and digital competencies such as E4, M6 or D2. They show exactly which skills each task develops.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What is the ESP?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percentage of the whole qualification is the ESP?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many pathways are there?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Is the ESP marked by your teacher?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same shape for every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Every pathway follows the same sequence of tasks.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The pre-task isn't assessed:</a:t>
            </a:r>
            <a:r>
              <a:rPr sz="2000" b="0">
                <a:solidFill>
                  <a:srgbClr val="202122"/>
                </a:solidFill>
                <a:latin typeface="Calibri"/>
              </a:rPr>
              <a:t> you research the industry context of the brief.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Task 1:</a:t>
            </a:r>
            <a:r>
              <a:rPr sz="2000" b="0">
                <a:solidFill>
                  <a:srgbClr val="202122"/>
                </a:solidFill>
                <a:latin typeface="Calibri"/>
              </a:rPr>
              <a:t> plan the project with a Gantt chart, a resource and cost plan, and a written rationale.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Task 2:</a:t>
            </a:r>
            <a:r>
              <a:rPr sz="2000" b="0">
                <a:solidFill>
                  <a:srgbClr val="202122"/>
                </a:solidFill>
                <a:latin typeface="Calibri"/>
              </a:rPr>
              <a:t> find and fix defects in a simulation (usually Cisco Packet Tracer) or support tickets, documenting your testing.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Task 3:</a:t>
            </a:r>
            <a:r>
              <a:rPr sz="2000" b="0">
                <a:solidFill>
                  <a:srgbClr val="202122"/>
                </a:solidFill>
                <a:latin typeface="Calibri"/>
              </a:rPr>
              <a:t> design a solution clear enough for a client to approve and a third party to build.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Task 4a:</a:t>
            </a:r>
            <a:r>
              <a:rPr sz="2000" b="0">
                <a:solidFill>
                  <a:srgbClr val="202122"/>
                </a:solidFill>
                <a:latin typeface="Calibri"/>
              </a:rPr>
              <a:t> develop the solution. Task 4b: evaluate it against the brief and suggest improvements.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In Task 2 you might find a PC with the wrong default gateway: you'd record the ping test that failed, the fix, and the ping test that then worked.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same shape for every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38201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Pre-task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Research the industry context. Not assessed.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Plan the project: Gantt chart, resource and cost plan, rationale.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Find and fix defects in a simulation or support tickets.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Design a solution for a client and a third party.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4a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Develop the solution: robust, secure, organised, user-friendly.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4b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Reflective evaluation against the brief.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same shape for every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three things does Task 1 produce?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Is the pre-task assessed?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happens in Task 4b?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three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034332"/>
                <a:gridCol w="4034332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Pathway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Task 2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Task 3 design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Digital Infrastructure and Network Cabling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Fix defects in a network simulation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Network diagram with annotations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Cyber Security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Fix security defects in a network simulation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Layered security plan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Digital Support Technician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Support tickets plus a simulation, using root cause analysis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Needs analysis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Task 4a looks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In Task 4a you build your solution, and markers look for four qualities.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Robustness:</a:t>
            </a:r>
            <a:r>
              <a:rPr sz="1900" b="0">
                <a:solidFill>
                  <a:srgbClr val="202122"/>
                </a:solidFill>
                <a:latin typeface="Calibri"/>
              </a:rPr>
              <a:t> will it survive failures? Think redundancy, backups, fallback routes and uninterruptible power supplies.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Security:</a:t>
            </a:r>
            <a:r>
              <a:rPr sz="1900" b="0">
                <a:solidFill>
                  <a:srgbClr val="202122"/>
                </a:solidFill>
                <a:latin typeface="Calibri"/>
              </a:rPr>
              <a:t> anti-malware and firewall configuration, appropriate user roles and permissions, device hardening and air gaps where needed.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Organisation:</a:t>
            </a:r>
            <a:r>
              <a:rPr sz="1900" b="0">
                <a:solidFill>
                  <a:srgbClr val="202122"/>
                </a:solidFill>
                <a:latin typeface="Calibri"/>
              </a:rPr>
              <a:t> well-configured servers, sensible placement of devices, the right connection media and correct subnetting.</a:t>
            </a:r>
          </a:p>
          <a:p>
            <a:pPr>
              <a:spcAft>
                <a:spcPts val="1140"/>
              </a:spcAft>
            </a:pPr>
            <a:r>
              <a:rPr sz="1900" b="1">
                <a:solidFill>
                  <a:srgbClr val="202122"/>
                </a:solidFill>
                <a:latin typeface="Calibri"/>
              </a:rPr>
              <a:t>User experience:</a:t>
            </a:r>
            <a:r>
              <a:rPr sz="1900" b="0">
                <a:solidFill>
                  <a:srgbClr val="202122"/>
                </a:solidFill>
                <a:latin typeface="Calibri"/>
              </a:rPr>
              <a:t> suitable end-user devices, reliable connections and good access to the systems people need.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strong solution adds a second link between switches (robustness), separates guest Wi-Fi on its own VLAN (security) and uses a clear IP scheme (organisation).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Task 4a looks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Resilience and redundancy: backups, fallbacks, 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Anti-malware and firewall configuration, user roles and permissions, hardening, air gaps.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Organisation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Server configuration, node deployment, media, subnetting.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End-user devices, connections, back-end systems, access and availability.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What Task 4a looks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the four qualities markers look for in Task 4a.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improving robustness.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does subnetting help organisation?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How to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Practise Gantt charts and cost plans until they are quick.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Get fluent in Packet Tracer:</a:t>
            </a:r>
            <a:r>
              <a:rPr sz="2400" b="0">
                <a:solidFill>
                  <a:srgbClr val="202122"/>
                </a:solidFill>
                <a:latin typeface="Calibri"/>
              </a:rPr>
              <a:t> ping, tracert, device configuration, subnetting.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Practise structured troubleshooting and documenting each test.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Practise drawing clear network diagrams with correct symbols and IP addresses.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Write reflections using a model such as Gibbs.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Document as you go. Marks come from the evidence you record, not just from fixing the fault.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percentage of the total qualification is the ESP?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two planning documents does Task 1 require, apart from the rationale?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the Cyber Security pathway produce in Task 3?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four considerations in Task 4a.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percentage of the total qualification is the ESP?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20%.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two planning documents does Task 1 require, apart from the rationale?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Gantt chart and a resource and cost plan.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the Cyber Security pathway produce in Task 3?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security plan.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four considerations in Task 4a.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Robustness, security, organisation and user experience.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Mini ESP: Task 2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40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Open the practice Packet Tracer file from your teacher, which contains three faults.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ping and tracert to locate each fault.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Fix each one and record the test before and after.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two sentences explaining each root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three faults found and fixed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test is recorded with expected and actual results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Root causes explained clearly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ESP task do you feel least ready for?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evidence should you record in Task 2?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thing to include in a reflective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Employer Set Projects (ESP)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https://lana6478.github.io/Digital-Suport-and-security-T-levle/#/01-core-component/03-employer-set-projects.md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Employer Set Project</dc:title>
  <dc:subject>Digital Support and Security T Level: Core Component</dc:subject>
  <dc:creator>Samuel O'Connell</dc:creator>
  <cp:keywords>T Level; Digital Support and Security; lesson slides; Employer Set Project, all pathways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