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client lists, sales figures, contracts, IP.</a:t>
            </a:r>
          </a:p>
          <a:p>
            <a:r>
              <a:t>2. It lets attackers into systems.</a:t>
            </a:r>
          </a:p>
          <a:p>
            <a:r>
              <a:t>3. Any two: fines, lost trust, reputational damage, legal action, financial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Encrypts files and demands payment.</a:t>
            </a:r>
          </a:p>
          <a:p>
            <a:r>
              <a:t>2. Phishing aimed at a specific person or organisation.</a:t>
            </a:r>
          </a:p>
          <a:p>
            <a:r>
              <a:t>3. Many devices flooding a service to make it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confirmation boxes, permissions, training.</a:t>
            </a:r>
          </a:p>
          <a:p>
            <a:r>
              <a:t>2. They should be disabled immediately.</a:t>
            </a:r>
          </a:p>
          <a:p>
            <a:r>
              <a:t>3. E.g. leaving a PC unlocked, writing passwords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Impacts of a successful attack: loss or leaking of sensitive data, unauthorised access, data corruption, service disruption, unauthorised physical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flaw exploited before a patch exists.</a:t>
            </a:r>
          </a:p>
          <a:p>
            <a:r>
              <a:t>2. Following an authorised person through a secure door.</a:t>
            </a:r>
          </a:p>
          <a:p>
            <a:r>
              <a:t>3. It may have known flaws that are no longer patched.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Security Threats and Vulnerabilities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8.1, 8.2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the confidential information organisations hold and why it must be protected.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technical and human threats.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technical and physical vulnerabilities.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impacts of a successful attack.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receive a text saying your parcel could not be delivered, with a link to rebook. What makes it suspicious?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confidentiality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Organisations hold a lot of confidential information: HR data such as salaries and personal details; commercially sensitive data such as client lists, intellectual property, sales figures and contracts; and access information such as passwords, PINs and biometric data.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Keeping it confidential protects people's privacy, protects intellectual property and client relationships, stops competitors poaching or undercutting, and prevents unauthorised access.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If it leaks, the organisation faces regulatory penalties, loss of trust, reputational damage, fines and refunds, lost contracts, legal action and weaker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leaked price list lets a competitor undercut every quote. Leaked passwords let attackers into other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confidentiality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organisations 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HR data:</a:t>
            </a:r>
            <a:r>
              <a:rPr sz="2200" b="0">
                <a:solidFill>
                  <a:srgbClr val="202122"/>
                </a:solidFill>
                <a:latin typeface="Calibri"/>
              </a:rPr>
              <a:t> salaries and staff details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Commercial data:</a:t>
            </a:r>
            <a:r>
              <a:rPr sz="2200" b="0">
                <a:solidFill>
                  <a:srgbClr val="202122"/>
                </a:solidFill>
                <a:latin typeface="Calibri"/>
              </a:rPr>
              <a:t> clients, IP, sales, contracts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Access information: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passwords, MFA, PINs, biometrics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If it is not protected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Regulatory non-compliance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Loss of trust and reputational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Fines, refunds, lost contracts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Legal action and reduced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Why confidentiality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commercially sensitive data.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must access information be protected?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consequences of a confidentiality breach.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Technical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1800" b="0">
                <a:solidFill>
                  <a:srgbClr val="202122"/>
                </a:solidFill>
                <a:latin typeface="Calibri"/>
              </a:rPr>
              <a:t>Technical threats attack systems directly.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202122"/>
                </a:solidFill>
                <a:latin typeface="Calibri"/>
              </a:rPr>
              <a:t>Malware includes viruses, worms, keyloggers, ransomware (encrypts files for a ransom), spyware and remote access trojans. Botnets are networks of infected devices used in DoS and DDoS attacks, which flood a service until it fails.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202122"/>
                </a:solidFill>
                <a:latin typeface="Calibri"/>
              </a:rPr>
              <a:t>Hackers use password cracking and brute force, SQL injection (tricking a database with crafted input), cross-site scripting and buffer overflows.</a:t>
            </a:r>
          </a:p>
          <a:p>
            <a:pPr>
              <a:spcAft>
                <a:spcPts val="1080"/>
              </a:spcAft>
            </a:pPr>
            <a:r>
              <a:rPr sz="1800" b="1">
                <a:solidFill>
                  <a:srgbClr val="202122"/>
                </a:solidFill>
                <a:latin typeface="Calibri"/>
              </a:rPr>
              <a:t>Social engineering tricks people:</a:t>
            </a:r>
            <a:r>
              <a:rPr sz="1800" b="0">
                <a:solidFill>
                  <a:srgbClr val="202122"/>
                </a:solidFill>
                <a:latin typeface="Calibri"/>
              </a:rPr>
              <a:t> phishing emails, spear phishing aimed at one person, smishing (texts), vishing (calls), pharming (fake websites), watering holes and USB baiting.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202122"/>
                </a:solidFill>
                <a:latin typeface="Calibri"/>
              </a:rPr>
              <a:t>DNS attacks and open Wi-Fi let attackers redirect or intercept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An email 'from IT' asks staff to log in to a fake page to 'keep their mailbox'. That's phishing, and it steals passwords.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Technical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Botnets and DoS / DDoS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Networks of hijacked devices flooding a service until it fails.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Malicious hacking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Hacktivists, nation states, organised crime. Brute force, SQL injection, cross-site scripting, buffer overflow.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Malware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Viruses, worms, keyloggers, ransomware, spyware, remote access trojans.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Social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Phishing, spear phishing, smishing, vishing, pharming, watering holes, USB baiting.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DNS attacks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Redirecting traffic to fake sites.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Open Wi-Fi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Unsecured networks that let attackers intercept traffic.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Technical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ransomware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spear phishing?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DDoS attack?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Human threats and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People are often the weakest link, but also the best defence.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Human error, such as deleting the wrong file, is reduced by confirmation boxes, file permissions and training.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Malicious employees are dealt with by removing access immediately when they leave or are suspended.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Disguised criminals posing as engineers or delivery drivers are stopped by ID checks and escorting visitors.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Poor cyber hygiene, such as leaving PCs unlocked, writing passwords down or reusing them, is tackled with training, screen locks and password managers.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'printer engineer' with no appointment asks to be let into the server room. Staff should check ID with the supplier and escort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Human threats and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405"/>
                <a:gridCol w="6934009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Human error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File properties, confirmation boxes, staff training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Malicious employees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Immediate removal and account suspension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Disguised criminals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Visitor escorts and ID checks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Poor cyber hygiene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Lock unattended PCs, never write passwords down, use a password manager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Human threats and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can human error be reduced?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should happen to a leaver's accounts?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poor cyber hygiene.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A vulnerability is a weakness a threat can exploit.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Technical vulnerabilities include weak encryption, a poor password policy, no multi-factor authentication, and out-of-date hardware, software and firmware. Old systems may no longer get security updates, and zero-day bugs are flaws attackers find before a patch exists.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Physical vulnerabilities include poor access control (weak locks, shared door codes, tailgating), the location itself (shoulder surfing, vandalism, flood risk), equipment that isn't rugged enough, and natural disasters.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The results can be data loss or leaks, unauthorised access, corruption and disruption.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An unpatched Windows server (technical) in an unlocked cupboard (physical) is two vulnerabilities waiting to be exploited.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Weak encryption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Poor password policy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No multi-factor authentication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Out-of-date hardware, software and firmware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Legacy compatibility issues and zero-day bugs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Poor access control and tailgating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Shoulder surfing and vandalism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Environmental risk at the location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Hardware that is not rugged enough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Natural disasters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zero-day vulnerability?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tailgating?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is out-of-date software a vulnerability?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Phishing</a:t>
            </a:r>
            <a:r>
              <a:rPr sz="1900">
                <a:solidFill>
                  <a:srgbClr val="202122"/>
                </a:solidFill>
                <a:latin typeface="Calibri"/>
              </a:rPr>
              <a:t>  mass fraudulent emails that trick people into giving away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38747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Spear phishing</a:t>
            </a:r>
            <a:r>
              <a:rPr sz="1900">
                <a:solidFill>
                  <a:srgbClr val="202122"/>
                </a:solidFill>
                <a:latin typeface="Calibri"/>
              </a:rPr>
              <a:t>  phishing targeted at one person or organisation.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Smishing / vishing</a:t>
            </a:r>
            <a:r>
              <a:rPr sz="1900">
                <a:solidFill>
                  <a:srgbClr val="202122"/>
                </a:solidFill>
                <a:latin typeface="Calibri"/>
              </a:rPr>
              <a:t>  phishing by text message / by phone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8747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Pharming</a:t>
            </a:r>
            <a:r>
              <a:rPr sz="1900">
                <a:solidFill>
                  <a:srgbClr val="202122"/>
                </a:solidFill>
                <a:latin typeface="Calibri"/>
              </a:rPr>
              <a:t>  redirecting users from a real website to a fake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Zero-day</a:t>
            </a:r>
            <a:r>
              <a:rPr sz="1900">
                <a:solidFill>
                  <a:srgbClr val="202122"/>
                </a:solidFill>
                <a:latin typeface="Calibri"/>
              </a:rPr>
              <a:t>  a flaw exploited before a patch exists.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8747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Tailgating</a:t>
            </a:r>
            <a:r>
              <a:rPr sz="1900">
                <a:solidFill>
                  <a:srgbClr val="202122"/>
                </a:solidFill>
                <a:latin typeface="Calibri"/>
              </a:rPr>
              <a:t>  following an authorised person through a secure door.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phishing and spear phishing?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ransomware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mitigation for disguised criminals.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zero-day vulnerability?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impacts of a successful attack.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phishing and spear phishing?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Phishing is mass; spear phishing is targeted.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ransomware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Encrypts or blocks data and demands payment to release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mitigation for disguised criminals.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Visitor escorts or ID checks.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zero-day vulnerability?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flaw that attackers exploit before a patch is available.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impacts of a successful attack.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data loss or leaks, unauthorised access, data corruption, service disruption.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Spot the phish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shows six messages: some genuine, some phishing, smishing or vishing scripts.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which are malicious.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Highlight every warning sign you can find.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one tip for staff that would have stopped each attack.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malicious messages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Warning signs named, e.g. spoofed domain, urgency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Tips are clear and practical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type of data would a competitor most want to steal?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tailgating?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are out-of-date systems a vulnerability?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Threats and Vulnerabilities</dc:title>
  <dc:subject>Digital Support and Security T Level: Core Paper 2</dc:subject>
  <dc:creator>Samuel O'Connell</dc:creator>
  <cp:keywords>T Level; Digital Support and Security; lesson slides; 8.1, 8.2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