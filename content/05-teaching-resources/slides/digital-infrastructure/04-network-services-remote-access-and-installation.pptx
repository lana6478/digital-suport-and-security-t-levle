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An organisational unit grouping users and devices in Active Directory.</a:t>
            </a:r>
          </a:p>
          <a:p>
            <a:r>
              <a:t>2. Assigns IP addresses automatically.</a:t>
            </a:r>
          </a:p>
          <a:p>
            <a:r>
              <a:t>3. Through GPOs linked to 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An encrypted tunnel into the network.</a:t>
            </a:r>
          </a:p>
          <a:p>
            <a:r>
              <a:t>2. Lights-out management (LOM).</a:t>
            </a:r>
          </a:p>
          <a:p>
            <a:r>
              <a:t>3. Secure command-line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To automate repetitive tasks quickly and consistently.</a:t>
            </a:r>
          </a:p>
          <a:p>
            <a:r>
              <a:t>2. Monitoring resources so they don't run out.</a:t>
            </a:r>
          </a:p>
          <a:p>
            <a:r>
              <a:t>3. To prove it works and to drive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Could be split over two lessons. A Linux alternative is Samba with isc-dhcp-server.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33C17A"/>
                </a:solidFill>
                <a:latin typeface="Calibri"/>
              </a:rPr>
              <a:t>DIGITAL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Network Services, Remote Access and Installation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Digital Infrastructure Content Area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2.10 to 2.14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Services, Remote Access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client-server network services including AD DS, Group Policy, DHCP, DNS and LDAP.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remote access methods and set up a simple VPN.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1480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Install, configure, test and maintain network components.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When you log on to a college PC, your desktop and drives appear however you sit. How does it know who you are?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Client-server network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Services, Remote Access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Servers provide the services that make a network work.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Active Directory Domain Services (AD DS) stores every user, device and group centrally, organised into organisational units (OUs). Group Policy applies settings to OUs through Group Policy Objects (GPOs).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DHCP hands out IP addresses automatically. DNS turns names into IP addresses. LDAP is the protocol used to query the directory for authentication.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File servers and DFS provide shared storage; print servers share printers; web, proxy and cache servers provide filtered internet access; mail, application and database servers run business systems.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new starter logs in: AD DS authenticates them, DHCP gives the PC an address, DNS finds the file server, and a GPO maps their drives.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Client-server network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Services, Remote Access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6115"/>
                <a:gridCol w="7998299"/>
              </a:tblGrid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AD DS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Centrally manages users, devices and groups in organisational units (OUs)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Group Policy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GPOs applied to OUs push settings and files to users and devices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DHCP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Assigns IP addresses to clients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DNS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Translates hostnames into IP addresses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LDAP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Protocol for directory authentication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File, print, web, mail, app, DB servers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Shared storage, printing, filtered web access, email and data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Client-server network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Services, Remote Access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an OU?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DHCP do?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How is Group Policy applied?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Remote access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Services, Remote Access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Remote access lets staff and technicians use systems from elsewhere.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A VPN creates an encrypted tunnel into the network, so remote users work as if they were in the office.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RDP (Remote Desktop Protocol) shows a remote computer's desktop; the processing stays on that computer.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Lights-out management (LOM) lets administrators control a server even when it's switched off or has crashed, through a separate management interface.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SSH gives a secure encrypted connection between two hosts, usually for command-line administration.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At 3am a server freezes. The admin uses LOM from home to power-cycle it, then SSH to check the logs.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Remote access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Services, Remote Access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VPN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 private, encrypted tunnel to the network.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RDP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Remote desktop: processing stays on the host machine.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LOM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Lights-out management: administer a server even when it is off.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 secure encrypted connection between two hosts, usually command 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Remote access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Services, Remote Access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a VPN create?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Which method works even when a server is switched off?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SSH typically used for?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Setting up a simple VPN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Services, Remote Access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Server side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Enable the VPN service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Set IP addressing and DNS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Manage authentication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Set user permissions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Client side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Create the connection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Set the destination IP or FQDN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Set permissions and conditions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Test the connection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Install, configure, test, maintain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Services, Remote Access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Building a network follows the same cycle for every component.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Install servers (physical or virtual), network devices, firewalls, load balancers and end-user devices.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202122"/>
                </a:solidFill>
                <a:latin typeface="Calibri"/>
              </a:rPr>
              <a:t>Configure them:</a:t>
            </a:r>
            <a:r>
              <a:rPr sz="2000" b="0">
                <a:solidFill>
                  <a:srgbClr val="202122"/>
                </a:solidFill>
                <a:latin typeface="Calibri"/>
              </a:rPr>
              <a:t> operating systems, applications and services such as DNS and DHCP, choosing the correct ports and protocols, using scripts to automate repetitive tasks, and applying the backup policy.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Test functionality and performance, and record the results.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202122"/>
                </a:solidFill>
                <a:latin typeface="Calibri"/>
              </a:rPr>
              <a:t>Maintain the network:</a:t>
            </a:r>
            <a:r>
              <a:rPr sz="2000" b="0">
                <a:solidFill>
                  <a:srgbClr val="202122"/>
                </a:solidFill>
                <a:latin typeface="Calibri"/>
              </a:rPr>
              <a:t> monitor performance, keep logs, manage capacity so it doesn't run out, and automate routine jobs.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technician scripts the creation of 50 user accounts from a CSV file instead of making them one by one, then tests a sample can log 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Install, configure, test, maintain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Services, Remote Access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3217" y="2519172"/>
            <a:ext cx="8985260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283177" y="221742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9466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Install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71900"/>
            <a:ext cx="2109155" cy="178308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3909060"/>
            <a:ext cx="1834835" cy="1508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Servers, network devices, firewalls, load balancers, end-user devices.</a:t>
            </a:r>
          </a:p>
        </p:txBody>
      </p:sp>
      <p:sp>
        <p:nvSpPr>
          <p:cNvPr id="11" name="Oval 10"/>
          <p:cNvSpPr/>
          <p:nvPr/>
        </p:nvSpPr>
        <p:spPr>
          <a:xfrm>
            <a:off x="3529492" y="221742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955" y="299466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Configure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4955" y="3771900"/>
            <a:ext cx="2109155" cy="178308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32115" y="3909060"/>
            <a:ext cx="1834835" cy="1508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Services like DNS and DHCP; correct ports and protocols; scripts.</a:t>
            </a:r>
          </a:p>
        </p:txBody>
      </p:sp>
      <p:sp>
        <p:nvSpPr>
          <p:cNvPr id="15" name="Oval 14"/>
          <p:cNvSpPr/>
          <p:nvPr/>
        </p:nvSpPr>
        <p:spPr>
          <a:xfrm>
            <a:off x="5775807" y="221742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1270" y="299466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Back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1270" y="3771900"/>
            <a:ext cx="2109155" cy="178308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78430" y="3909060"/>
            <a:ext cx="1834835" cy="1508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Apply the backup policy.</a:t>
            </a:r>
          </a:p>
        </p:txBody>
      </p:sp>
      <p:sp>
        <p:nvSpPr>
          <p:cNvPr id="19" name="Oval 18"/>
          <p:cNvSpPr/>
          <p:nvPr/>
        </p:nvSpPr>
        <p:spPr>
          <a:xfrm>
            <a:off x="8022122" y="221742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585" y="299466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Test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7585" y="3771900"/>
            <a:ext cx="2109155" cy="178308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24745" y="3909060"/>
            <a:ext cx="1834835" cy="1508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Functionality and performance; record results.</a:t>
            </a:r>
          </a:p>
        </p:txBody>
      </p:sp>
      <p:sp>
        <p:nvSpPr>
          <p:cNvPr id="23" name="Oval 22"/>
          <p:cNvSpPr/>
          <p:nvPr/>
        </p:nvSpPr>
        <p:spPr>
          <a:xfrm>
            <a:off x="10268437" y="221742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3900" y="299466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Maintain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3900" y="3771900"/>
            <a:ext cx="2109155" cy="178308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71060" y="3909060"/>
            <a:ext cx="1834835" cy="1508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Monitor, log, manage capacity, automate with scripts.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Install, configure, test, maintain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Services, Remote Access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use scripting?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capacity management?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record test results?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Services, Remote Access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an OU?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service gives a PC its IP address?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DNS do?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remote access method works even when the server is powered off?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must be set on the client side of a VPN?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Services, Remote Access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14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an OU?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 organisational unit: a container in Active Directory for users, groups and devices.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service gives a PC its IP address?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DHCP.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DNS do?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Translates hostnames into IP addresses.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remote access method works even when the server is powered off?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Lights-out management (LOM).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must be set on the client side of a VPN?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connection, destination IP or FQDN, and permissions.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Build a mini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 Services, Remote Access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50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Pairs, on VMs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Promote a Windows Server VM to a domain controller with DNS.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Add DHCP with a small scope.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Create two OUs with a user in each, and a GPO that sets a desktop wallpaper for one OU.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Join a client VM to the domain and test both users.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Client receives an address from DHCP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Both users log on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GPO applies to the right OU only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Each step tested and recorded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use Group Policy rather than configuring each PC by hand?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would you use SSH instead of RDP?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should you record after testing a new service?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Digital Infrastructure - Physical and Virtual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https://lana6478.github.io/Digital-Suport-and-security-T-levle/#/02-occupational-specialisms/digital-infrastructure/02-physical-and-virtual-infrastructure.md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Services, Remote Access and Installation</dc:title>
  <dc:subject>Digital Support and Security T Level: Digital Infrastructure Content Area 2</dc:subject>
  <dc:creator>Samuel O'Connell</dc:creator>
  <cp:keywords>T Level; Digital Support and Security; lesson slides; 2.10 to 2.14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