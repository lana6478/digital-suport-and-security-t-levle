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E.g. expensive, hard to scale, need space.</a:t>
            </a:r>
          </a:p>
          <a:p>
            <a:r>
              <a:t>2. A lightweight package holding an application and only what it needs.</a:t>
            </a:r>
          </a:p>
          <a:p>
            <a:r>
              <a:t>3. Easy scaling and built-in redundancy.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Answers:</a:t>
            </a:r>
          </a:p>
          <a:p>
            <a:r>
              <a:t>1. A whole VM stored as files that can be moved or copied.</a:t>
            </a:r>
          </a:p>
          <a:p>
            <a:r>
              <a:t>2. A problem in one VM affecting others.</a:t>
            </a:r>
          </a:p>
          <a:p>
            <a:r>
              <a:t>3. Any two: network, server, desktop, OS,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33C17A"/>
                </a:solidFill>
                <a:latin typeface="Calibri"/>
              </a:rPr>
              <a:t>DIGITAL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Servers, Virtualisation and Operating Systems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Digital Infrastructure Content Area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2.6 to 2.9, 2.23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physical servers, self-hosted and cloud-hosted virtual servers, and containers.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6324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types of operating system used in digital infrastructure.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114800"/>
            <a:ext cx="6035040" cy="9144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virtualisation concepts and applications.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Why might a company pay monthly for a server in the cloud instead of buying one for its own office?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Server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There are four main ways to run server workloads.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Physical servers give full access to hardware and full control, but are expensive to buy and run, harder to scale and need space.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Self-hosted virtual servers run many VMs on your own hardware: good cost control and support for clustering, but a big upfront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Cloud-hosted virtual servers, on Azure or AWS, scale easily with built-in redundancy, but you pay ongoing subscriptions.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202122"/>
                </a:solidFill>
                <a:latin typeface="Calibri"/>
              </a:rPr>
              <a:t>Containers package just an application and what it needs. They're light and portable, but less secure if misconfigured and need expertise.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A start-up with no server room runs its app in containers on a cloud platform, scaling up for busy periods and paying only for what it uses.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Server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4414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1968"/>
                <a:gridCol w="4191223"/>
                <a:gridCol w="4191223"/>
              </a:tblGrid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</a:p>
                  </a:txBody>
                  <a:tcPr marL="91440" marR="91440" anchor="ctr">
                    <a:solidFill>
                      <a:srgbClr val="03306E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Physical server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Full access to resources, full customisation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Expensive, harder to maintain and scale, needs space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Self-hosted virtual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Cost control, scalable, supports HA and clustering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High upfront cost, resilience is expensive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Cloud-hosted virtual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Scales easily, built-in redundancy, third-party support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Subscription cost, complex setup</a:t>
                      </a:r>
                    </a:p>
                  </a:txBody>
                  <a:tcPr marL="91440" marR="91440" anchor="ctr">
                    <a:solidFill>
                      <a:srgbClr val="FFFFFF"/>
                    </a:solidFill>
                  </a:tcPr>
                </a:tc>
              </a:tr>
              <a:tr h="90525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3306E"/>
                          </a:solidFill>
                          <a:latin typeface="Calibri"/>
                        </a:rPr>
                        <a:t>Containers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Lightweight, portable, consistent, cheap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202122"/>
                          </a:solidFill>
                          <a:latin typeface="Calibri"/>
                        </a:rPr>
                        <a:t>Less secure if misconfigured, less OS flexibility, needs expertise</a:t>
                      </a:r>
                    </a:p>
                  </a:txBody>
                  <a:tcPr marL="91440" marR="91440" anchor="ctr">
                    <a:solidFill>
                      <a:srgbClr val="EAF3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Server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Give one disadvantage of physical servers.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a container?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Why might a business choose cloud-hosted servers?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Operating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Types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Desktop:</a:t>
            </a:r>
            <a:r>
              <a:rPr sz="2200" b="0">
                <a:solidFill>
                  <a:srgbClr val="202122"/>
                </a:solidFill>
                <a:latin typeface="Calibri"/>
              </a:rPr>
              <a:t> Windows, macOS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Mobile:</a:t>
            </a:r>
            <a:r>
              <a:rPr sz="2200" b="0">
                <a:solidFill>
                  <a:srgbClr val="202122"/>
                </a:solidFill>
                <a:latin typeface="Calibri"/>
              </a:rPr>
              <a:t> Android, iOS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Server:</a:t>
            </a:r>
            <a:r>
              <a:rPr sz="2200" b="0">
                <a:solidFill>
                  <a:srgbClr val="202122"/>
                </a:solidFill>
                <a:latin typeface="Calibri"/>
              </a:rPr>
              <a:t> Linux, Windows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What they share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user interface and personalisation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Resource management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 platform for applications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They differ in features, UX and purpose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Virtualisation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6720840" cy="4617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Virtualisation separates software from the physical hardware underneath.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Partitioning creates many virtual resources from one physical resource, or one virtual resource from many. Isolation keeps each virtual machine separate, so a crash or infection in one doesn't affect the others. Encapsulation stores a whole VM as a set of files that can be copied, backed up or moved. Hardware independence means a VM runs on any host with a compatible hypervisor.</a:t>
            </a:r>
          </a:p>
          <a:p>
            <a:pPr>
              <a:spcAft>
                <a:spcPts val="1320"/>
              </a:spcAft>
            </a:pPr>
            <a:r>
              <a:rPr sz="2200" b="0">
                <a:solidFill>
                  <a:srgbClr val="202122"/>
                </a:solidFill>
                <a:latin typeface="Calibri"/>
              </a:rPr>
              <a:t>Virtualisation can apply to networks, servers, desktops, operating systems and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55448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0" y="1828800"/>
            <a:ext cx="548640" cy="54864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202122"/>
                </a:solidFill>
                <a:latin typeface="Calibri"/>
              </a:rPr>
              <a:t>e.g.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56032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2971800"/>
            <a:ext cx="3291840" cy="29718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900" b="0" i="0">
                <a:solidFill>
                  <a:srgbClr val="FFFFFF"/>
                </a:solidFill>
                <a:latin typeface="Cambria"/>
              </a:rPr>
              <a:t>Because a VM is just files (encapsulation), a failing host's VMs can be moved to another host and restarted in minutes.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Virtualisation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Partitioning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Many virtual resources from one physical resource, or one from many.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Isolation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Each virtual machine is separated from the others.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Encapsulation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A whole VM is saved as files that can be copied or moved.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Hardware independence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VMs run on any host with a compatible hypervisor.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Quick check: Virtualisation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9164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4592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is encapsulation in virtualisation?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089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06324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What does isolation prevent?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480560"/>
            <a:ext cx="10271455" cy="11887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400" b="0" i="0">
                <a:solidFill>
                  <a:srgbClr val="202122"/>
                </a:solidFill>
                <a:latin typeface="Calibri"/>
              </a:rPr>
              <a:t>Name two types of virtualisation.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0" i="1">
                <a:solidFill>
                  <a:srgbClr val="54595D"/>
                </a:solidFill>
                <a:latin typeface="Calibri"/>
              </a:rPr>
              <a:t>Answer on mini whiteboards or in your book. Answers are in the speaker notes.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Applications of virtualisation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Virtual switches, routers and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Many servers on one host.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Desktop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Users' desktops hosted centrally.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Operating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Several OSs on one machine.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6818" y="4251960"/>
            <a:ext cx="457200" cy="45720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202122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1178" y="422452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6818" y="4892040"/>
            <a:ext cx="3058058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One view of data held in many 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Give one disadvantage of a physical server.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are containers lightweight?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encapsulation mean in virtualisation?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a server operating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12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Give one disadvantage of a physical server.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E.g. expensive, hard to scale, needs physical space.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814066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795778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are containers lightweight?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They carry only what the application needs and share the host OS kernel.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09644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991356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encapsulation mean in virtualisation?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whole VM is stored as files that can be moved or copied.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05221"/>
            <a:ext cx="411480" cy="41148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02122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86933"/>
            <a:ext cx="10408615" cy="103098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a server operating system.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Linux or Windows Server.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Build a virtual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Servers, Virtualisation and Operating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202122"/>
                </a:solidFill>
                <a:latin typeface="Calibri"/>
              </a:rPr>
              <a:t>40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Pairs, on a lab PC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Install a Type 2 hypervisor or use the one provided.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Create two VMs: a server OS and a client OS.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Put them on the same virtual network and test connectivity with ping.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Take a snapshot, make a change, then roll 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Both VMs boot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Ping succeeds both ways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Snapshot rollback demonstrated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DIGITAL INFRASTRUCTURE  ·  Digital Infrastructure Content Area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server option suits a start-up with no IT room?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Name one risk of containers.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33C1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202122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desktop virtualisation?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Digital Infrastructure - Physical and Virtual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https://lana6478.github.io/Digital-Suport-and-security-T-levle/#/02-occupational-specialisms/digital-infrastructure/02-physical-and-virtual-infrastructure.md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Servers, Virtualisation and Operating Systems</dc:title>
  <dc:subject>Digital Support and Security T Level: Digital Infrastructure Content Area 2</dc:subject>
  <dc:creator>Samuel O'Connell</dc:creator>
  <cp:keywords>T Level; Digital Support and Security; lesson slides; 2.6 to 2.9, 2.23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