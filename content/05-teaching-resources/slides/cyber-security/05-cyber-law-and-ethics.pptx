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The Computer Misuse Act 1990.</a:t>
            </a:r>
          </a:p>
          <a:p>
            <a:r>
              <a:t>2. The Investigatory Powers Act 2016.</a:t>
            </a:r>
          </a:p>
          <a:p>
            <a:r>
              <a:t>3. Network and service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The NIS Regulations 2018.</a:t>
            </a:r>
          </a:p>
          <a:p>
            <a:r>
              <a:t>2. The Wireless Telegraphy Act 2006.</a:t>
            </a:r>
          </a:p>
          <a:p>
            <a:r>
              <a:t>3. No, it is exempt.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Credibility, integrity, professionalism, responsibility and respect.</a:t>
            </a:r>
          </a:p>
          <a:p>
            <a:r>
              <a:t>2. So others can trust your judgement is unbiased.</a:t>
            </a:r>
          </a:p>
          <a:p>
            <a:r>
              <a:t>3. Sharing knowledge, evidence-based practice, correcting misinformation.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Dilemma ideas: finding a vulnerability in a supplier's website; being asked to monitor a colleague's email; a friend asking you to recover their ex's social media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Cyber Law and Ethics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1.21, 1.22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legislation that applies to cyber security work.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UK Cyber Security Council Code of Ethics.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BCS code of conduct.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legal and ethical thinking to workplace scenarios.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find a colleague's password written on a sticky note. You could log in and prove how insecure it is. Should you?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Legislation for cyber security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Several laws shape cyber security work.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The Data Protection Act 2018 requires organisations to protect personal data, detect security events and minimise the impact of incidents.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The Computer Misuse Act 1990 criminalises unauthorised access, access intended to enable further crimes, unauthorised modification of data, and making or supplying tools for these offences.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The Investigatory Powers Act 2016 sets how law enforcement and security agencies can obtain communications data.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The Human Rights Act 1998 protects rights such as privacy and binds public authorities.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202122"/>
                </a:solidFill>
                <a:latin typeface="Calibri"/>
              </a:rPr>
              <a:t>The Telecommunications (Security) Act 2021 requires network providers to prevent, fix and disclose security compromises.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Selling a password-cracking tool to someone you know will use it illegally is itself an offence under the Computer Misuse 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Legislation for cyber security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8154"/>
                <a:gridCol w="6966260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Law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cyber security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Data Protection Act 2018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Protect personal data, detect security events, minimise incident impact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Computer Misuse Act 1990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Criminalises unauthorised access, access with intent, modification, and supplying tools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Investigatory Powers Act 2016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Authorises law enforcement to obtain communications data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Human Rights Act 1998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Protects human rights; binds all public authorities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Telecommunications (Security) Act 2021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Providers must prevent, remedy and disclose security compromises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Legislation for cyber security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Act covers supplying hacking tools?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Act governs how agencies obtain communications data?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Who must follow the Telecommunications (Security) Act?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Legislation for cyber security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The Freedom of Information Act 2000 lets the public request information from public bodies, but exempts some security bodies, such as the NCSC.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The Network and Information Systems (NIS) Regulations 2018 set a security baseline for operators of essential services, such as energy and water, and for relevant digital service providers.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The Official Secrets Act 1989 protects security and intelligence information.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The Wireless Telegraphy Act 2006 regulates wireless devices and makes it an offence to intercept other people's wireless communications without authority.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Capturing traffic from a neighbour's Wi-Fi 'just to see' breaks the Wireless Telegraphy Act, as well as the Computer Misuse Act if you access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Legislation for cyber security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8154"/>
                <a:gridCol w="6966260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Law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cyber security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Freedom of Information Act 2000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Exempts some security bodies, such as the NCSC, from disclosure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NIS Regulations 2018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Security baseline for essential services and digital service providers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Official Secrets Act 1989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Protects security and intelligence information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Wireless Telegraphy Act 2006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Regulates wireless devices; criminalises unauthorised interception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Legislation for cyber security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regulations cover operators of essential services?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Act makes intercepting wireless communications an offence?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Is the NCSC covered by FOI requests?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UK Cyber Security Council Code of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Cyber security professionals have powerful skills and access, so ethics matter.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The UK Cyber Security Council's code has four principles. Credibility: be accountable and act ethically. Integrity: be honest and obey the law. Professionalism: share knowledge, base your work on evidence, promote public understanding and correct misinformation. Responsibility and respect: take ownership of your work, safeguard data, declare conflicts of interest, and champion equality, diversity and inclusion.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tester who finds a serious flaw reports it through the agreed channel rather than posting it online for attention: integrity and responsibility.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UK Cyber Security Council Code of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Credibility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Be accountable and act ethically.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Be honest and obey the law.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Professionalism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Share knowledge, base practice on evidence, correct misinformation.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Responsibility and 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Take ownership, safeguard data, declare conflicts of interest, champion inclusion.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100" b="1" i="0">
                <a:solidFill>
                  <a:srgbClr val="03306E"/>
                </a:solidFill>
                <a:latin typeface="Cambria"/>
              </a:rPr>
              <a:t>Quick check: UK Cyber Security Council Code of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the four principles.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declare a conflict of interest?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professionalism include?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BCS code of conduct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Make IT for everyone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Share professional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Show what you 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 within your competence, keep learning, know the law.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Respect the organisation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Due care, no disclosures for personal gain, do not exploit inexperience.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Keep IT professional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Uphold the profession, raise standards, support colleagues.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Act makes supplying hacking tools an offence?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regulations set a security baseline for operators of essential services?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Act criminalises intercepting someone else's Wi-Fi traffic?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principles of the UK Cyber Security Council Code of Ethics.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Act makes supplying hacking tools an offence?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Computer Misuse Act 1990.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regulations set a security baseline for operators of essential services?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Network and Information Systems (NIS) Regulations 2018.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Act criminalises intercepting someone else's Wi-Fi traffic?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Wireless Telegraphy Act 2006.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principles of the UK Cyber Security Council Code of Ethics.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credibility, integrity, professionalism, responsibility and respect.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Ethics dilemmas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Cyber Law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Discuss the starter dilemma and three more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For each, name any law that would be broken.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Name the ethical principle that guides the right action.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Agree what a professional would actually 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Laws named accurately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Ethical principles applied, not just opinions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Actions are realistic and professional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makes 'ethical hacking' legal?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you declare a conflict of interest?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Act gives the NCSC an exemption from FOI requests?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Security Procedures and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https://lana6478.github.io/Digital-Suport-and-security-T-levle/#/02-occupational-specialisms/cyber-security/01-security-procedures-and-controls.md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Law and Ethics</dc:title>
  <dc:subject>Digital Support and Security T Level: Cyber Security Content Area 1</dc:subject>
  <dc:creator>Samuel O'Connell</dc:creator>
  <cp:keywords>T Level; Digital Support and Security; lesson slides; 1.21, 1.22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