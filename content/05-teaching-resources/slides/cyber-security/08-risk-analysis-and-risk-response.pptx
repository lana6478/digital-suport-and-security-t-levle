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systems: look for single points of failure and mission essential functions. Threat factors: environmental, manmade internal and manmade external.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Risk Analysis and Risk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Cyber Security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2.7, 2.10, 2.12 to 2.16, 2.18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Analysis and Risk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impacts of an exploited vulnerability and types of organisational risk.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RTO, RPO, MTBF, MTTD and MTTR to assess impact.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Carry out qualitative and quantitative threat analysis, including ALE.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Conduct a security risk assessment and choose a risk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laptop worth 1,000 pounds is stolen twice a year. How much should the company spend each year to prevent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Impacts of an exploited vulnerability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Analysis and Risk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Property and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Damage to equipment and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Financial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Direct costs and lost business.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Reputation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Loss of customer trust.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3306E"/>
                </a:solidFill>
                <a:latin typeface="Calibri"/>
              </a:rPr>
              <a:t>Fines and prosecution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e.g. an ICO fine after a data breach.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Disrupted services.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People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Physical or psychological harm; identity theft.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Organisational risk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Analysis and Risk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3782186"/>
                <a:gridCol w="4538624"/>
              </a:tblGrid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Managed through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Not following policy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Monitoring, compliance controls, exception reports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Harm to people, property or environment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Checks for human error, maintenance audits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Information security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Data lost, stolen or compromised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Access control, traffic monitoring, device management, training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Measures of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Analysis and Risk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Time to recover to an acceptable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Tolerable amount of data loss.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MTBF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How often an asset is likely to fail.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MTTD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Mean Time To Detect: how efficient detection 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MTTR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Mean Time To Repair a failed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Qualitative and quantitative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Analysis and Risk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Qualitative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RAG rating of business risk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Fault tree analysis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FMECA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CRAMM:</a:t>
            </a:r>
            <a:r>
              <a:rPr sz="2200" b="0">
                <a:solidFill>
                  <a:srgbClr val="202122"/>
                </a:solidFill>
                <a:latin typeface="Calibri"/>
              </a:rPr>
              <a:t> scope, evaluate, recommend countermeasures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FAIR:</a:t>
            </a:r>
            <a:r>
              <a:rPr sz="2200" b="0">
                <a:solidFill>
                  <a:srgbClr val="202122"/>
                </a:solidFill>
                <a:latin typeface="Calibri"/>
              </a:rPr>
              <a:t> Factor Analysis of Information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Quantitative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Cost overrun and resource use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SLE x ARO = ALE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Starter example:</a:t>
            </a:r>
            <a:r>
              <a:rPr sz="2200" b="0">
                <a:solidFill>
                  <a:srgbClr val="202122"/>
                </a:solidFill>
                <a:latin typeface="Calibri"/>
              </a:rPr>
              <a:t> 1,000 x 2 = 2,000 pounds a year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CVSS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Conducting a security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Analysis and Risk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71729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4155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Find potential risks.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4155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Likelihood x severity = risk score and RAG rating.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4155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Weigh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Asset value against mitigation cost.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4155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A proportionate response.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4155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Record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Document the findings.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4155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Test controls regularly and audit suppliers.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Risk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Analysis and Risk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No further mitigation available, or residual risk remains.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Pass the risk to another party, e.g. insurance.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Avoid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Change the project or system scope.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Mitigate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Reduce severity or likelihood with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Analysis and Risk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formula for ALE?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MTTD measure?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single point of failure?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risk type covers not following policy?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Buying insurance is which risk response?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Analysis and Risk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formula for ALE?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SLE x ARO = ALE.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MTTD measure?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How quickly threats are detected, on average.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single point of failure?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component whose failure would stop the whole system.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risk type covers not following policy?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Compliance risk.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Buying insurance is which risk response?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Transfer.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Risk assess a LAN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Analysis and Risk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device: a network printer, a wireless access point or a file server.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five risks and score each for likelihood and severity.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the ALE for one risk using realistic figures.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response for each risk and explain how you would review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Scores lead to RAG ratings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ALE calculation is correct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Responses are proportionate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If SLE is 5,000 and ARO is 0.5, what is the ALE?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accepting a risk sensible?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mission essential function?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Cyber Security - Propose Remediation Advice for a Security Risk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https://lana6478.github.io/Digital-Suport-and-security-T-levle/#/02-occupational-specialisms/cyber-security/02-remediation-and-risk-assessment.md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 and Risk Response</dc:title>
  <dc:subject>Digital Support and Security T Level: Cyber Security Content Area 2</dc:subject>
  <dc:creator>Samuel O'Connell</dc:creator>
  <cp:keywords>T Level; Digital Support and Security; lesson slides; 2.7, 2.10, 2.12 to 2.16, 2.18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