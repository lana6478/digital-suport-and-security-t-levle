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ISMS (information security management system) creates policies such as an information security policy and an AUP.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CYBER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Security Governance, ITSM and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Cyber Security Content Area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1.1, 1.2, 1.7, 1.8, 1.10, 1.24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Governance, ITSM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purpose of information security governance and the six IT governance principles.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core ITSM processes and the ITIL service lifecycle.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frameworks and standards that support an ISMS.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Assess whether a security request is valid.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manager emails the helpdesk asking for admin rights 'just for today'. What questions should you ask before saying yes?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governance?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Governance, ITSM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Investigate, control, communicate and report cyber risk.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Provide a security framework:</a:t>
            </a:r>
            <a:r>
              <a:rPr sz="2400" b="0">
                <a:solidFill>
                  <a:srgbClr val="202122"/>
                </a:solidFill>
                <a:latin typeface="Calibri"/>
              </a:rPr>
              <a:t> defined roles, policies and security activities.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Manage compliance with law and standards such as ISO 27001, data protection and FOI.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Align organisational priorities with reducing cyber threats.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Governance decides who is responsible for security and how it is checked. Without it, controls exist but nobody owns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Six IT governance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Governance, ITSM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Responsibility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Everyone understands their security role, e.g. asset owner, data controller.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Secure by design, planning for future needs like cloud.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Acquisition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Every purchase evaluated for risk, benefit and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Enough capability to guarantee confidentiality, integrity and availability.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IT use complies with legislation and regulation.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Human behaviour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Technical and non-technical controls both considered.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IT service management (ITSM)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Governance, ITSM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Service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Handle and track queries and incidents, e.g. reporting a suspected cyber incident.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3306E"/>
                </a:solidFill>
                <a:latin typeface="Calibri"/>
              </a:rPr>
              <a:t>Knowledge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Keep documentation current, e.g. standard hardened builds.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IT asset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Track hardware, software and configuration in a CMDB.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800" b="1" i="0">
                <a:solidFill>
                  <a:srgbClr val="03306E"/>
                </a:solidFill>
                <a:latin typeface="Calibri"/>
              </a:rPr>
              <a:t>Problem and incident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Root cause analysis and coordinated response.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Change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Changes agreed and recorded, e.g. a new firewall rule.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ITIL service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Governance, ITSM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65633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3545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Strategy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Align services with business objectives.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3545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Design services for people, process, product and partners.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3545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Transition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Build and deploy with managed change.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3545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Operation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Fulfil requests, resolve failures, run routine tasks.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35458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Improvement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Continual service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Frameworks and standards for an 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Governance, ITSM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COBIT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Governance and management of IT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SOC 2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Assesses security, availability, integrity, confidentiality and privacy controls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NIST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Helps organisations manage cyber risk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ISO 27001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Establish, implement, maintain and improve an ISMS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ISO/IEC 38500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Framework for IT governance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Cyber Essentials (Plus)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Government-backed accreditation scheme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3306E"/>
                          </a:solidFill>
                          <a:latin typeface="Calibri"/>
                        </a:rPr>
                        <a:t>PCI DSS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02122"/>
                          </a:solidFill>
                          <a:latin typeface="Calibri"/>
                        </a:rPr>
                        <a:t>Reduces payment card fraud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Assessing a security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Governance, ITSM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Origin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Where did the request really come from?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Is there a genuine business need?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Requestor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What is their status and current permission level?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Sensitivity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Would it expose personal data?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New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What risk would it introduce?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Does it meet regulatory requirements?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Governance, ITSM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governance principle says every purchase must be evaluated for risk?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CMDB used for?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the five stages of the ITIL lifecycle.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standard is used to certify an ISMS?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three things to check before approving a security request.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Governance, ITSM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governance principle says every purchase must be evaluated for risk?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Acquisition.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CMDB used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Tracking IT assets and their configuration.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the five stages of the ITIL lifecycle.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Strategy, design, transition, operation, continual improvement.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standard is used to certify an ISMS?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ISO 27001.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three things to check before approving a security request.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three of: origin, reason, requestor, sensitivity, new risk,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Request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Governance, ITSM and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teacher gives you five security requests (e.g. open a firewall port, grant admin rights, share a folder externally).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Assess each against the six request factors.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Approve, reject or escalate each one.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short, professional reply to each requestor.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Every factor considered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Decisions are justified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Replies are polite and clear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CYBER SECURITY  ·  Cyber Security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ITSM process would handle adding a new firewall rule?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governance need defined roles?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a framework and a standard?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Cyber Security - Security Procedures and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https://lana6478.github.io/Digital-Suport-and-security-T-levle/#/02-occupational-specialisms/cyber-security/01-security-procedures-and-controls.md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Governance, ITSM and Frameworks</dc:title>
  <dc:subject>Digital Support and Security T Level: Cyber Security Content Area 1</dc:subject>
  <dc:creator>Samuel O'Connell</dc:creator>
  <cp:keywords>T Level; Digital Support and Security; lesson slides; 1.1, 1.2, 1.7, 1.8, 1.10, 1.24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